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36"/>
  </p:notesMasterIdLst>
  <p:sldIdLst>
    <p:sldId id="257" r:id="rId5"/>
    <p:sldId id="272" r:id="rId6"/>
    <p:sldId id="290" r:id="rId7"/>
    <p:sldId id="291" r:id="rId8"/>
    <p:sldId id="292" r:id="rId9"/>
    <p:sldId id="279" r:id="rId10"/>
    <p:sldId id="281" r:id="rId11"/>
    <p:sldId id="273" r:id="rId12"/>
    <p:sldId id="274" r:id="rId13"/>
    <p:sldId id="275" r:id="rId14"/>
    <p:sldId id="276" r:id="rId15"/>
    <p:sldId id="277" r:id="rId16"/>
    <p:sldId id="264" r:id="rId17"/>
    <p:sldId id="265" r:id="rId18"/>
    <p:sldId id="266" r:id="rId19"/>
    <p:sldId id="284" r:id="rId20"/>
    <p:sldId id="267" r:id="rId21"/>
    <p:sldId id="268" r:id="rId22"/>
    <p:sldId id="269" r:id="rId23"/>
    <p:sldId id="270" r:id="rId24"/>
    <p:sldId id="271" r:id="rId25"/>
    <p:sldId id="283" r:id="rId26"/>
    <p:sldId id="278" r:id="rId27"/>
    <p:sldId id="282" r:id="rId28"/>
    <p:sldId id="280" r:id="rId29"/>
    <p:sldId id="293" r:id="rId30"/>
    <p:sldId id="285" r:id="rId31"/>
    <p:sldId id="286" r:id="rId32"/>
    <p:sldId id="287" r:id="rId33"/>
    <p:sldId id="288" r:id="rId34"/>
    <p:sldId id="289" r:id="rId35"/>
  </p:sldIdLst>
  <p:sldSz cx="12192000" cy="6858000"/>
  <p:notesSz cx="7104063" cy="10234613"/>
  <p:custDataLst>
    <p:tags r:id="rId37"/>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itle Slides" id="{E631FFDE-1010-498F-9120-6F57EFC23AC7}">
          <p14:sldIdLst>
            <p14:sldId id="257"/>
            <p14:sldId id="272"/>
            <p14:sldId id="290"/>
            <p14:sldId id="291"/>
            <p14:sldId id="292"/>
            <p14:sldId id="279"/>
            <p14:sldId id="281"/>
            <p14:sldId id="273"/>
            <p14:sldId id="274"/>
            <p14:sldId id="275"/>
            <p14:sldId id="276"/>
            <p14:sldId id="277"/>
            <p14:sldId id="264"/>
            <p14:sldId id="265"/>
            <p14:sldId id="266"/>
            <p14:sldId id="284"/>
            <p14:sldId id="267"/>
            <p14:sldId id="268"/>
            <p14:sldId id="269"/>
            <p14:sldId id="270"/>
            <p14:sldId id="271"/>
            <p14:sldId id="283"/>
            <p14:sldId id="278"/>
            <p14:sldId id="282"/>
            <p14:sldId id="280"/>
            <p14:sldId id="293"/>
            <p14:sldId id="285"/>
            <p14:sldId id="286"/>
            <p14:sldId id="287"/>
            <p14:sldId id="288"/>
            <p14:sldId id="289"/>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BBB59"/>
    <a:srgbClr val="000000"/>
    <a:srgbClr val="4F81BD"/>
    <a:srgbClr val="D8262E"/>
    <a:srgbClr val="D81C24"/>
    <a:srgbClr val="CC0000"/>
  </p:clrMru>
  <p:extLst>
    <p:ext uri="{E76CE94A-603C-4142-B9EB-6D1370010A27}">
      <p14:discardImageEditData xmlns:p14="http://schemas.microsoft.com/office/powerpoint/2010/main" val="0"/>
    </p:ext>
    <p:ext uri="{D31A062A-798A-4329-ABDD-BBA856620510}">
      <p14:defaultImageDpi xmlns:p14="http://schemas.microsoft.com/office/powerpoint/2010/main" val="33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A889D54-4720-6145-A568-4B3171FB3E7B}" v="7" dt="2021-10-06T08:43:30.56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708" autoAdjust="0"/>
    <p:restoredTop sz="78450" autoAdjust="0"/>
  </p:normalViewPr>
  <p:slideViewPr>
    <p:cSldViewPr snapToGrid="0" snapToObjects="1">
      <p:cViewPr varScale="1">
        <p:scale>
          <a:sx n="87" d="100"/>
          <a:sy n="87" d="100"/>
        </p:scale>
        <p:origin x="540" y="78"/>
      </p:cViewPr>
      <p:guideLst>
        <p:guide orient="horz" pos="2160"/>
        <p:guide pos="3840"/>
      </p:guideLst>
    </p:cSldViewPr>
  </p:slideViewPr>
  <p:notesTextViewPr>
    <p:cViewPr>
      <p:scale>
        <a:sx n="3" d="2"/>
        <a:sy n="3" d="2"/>
      </p:scale>
      <p:origin x="0" y="0"/>
    </p:cViewPr>
  </p:notesTextViewPr>
  <p:notesViewPr>
    <p:cSldViewPr snapToGrid="0" snapToObjects="1">
      <p:cViewPr varScale="1">
        <p:scale>
          <a:sx n="104" d="100"/>
          <a:sy n="104" d="100"/>
        </p:scale>
        <p:origin x="2756" y="4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viewProps" Target="viewProps.xml"/><Relationship Id="rId21" Type="http://schemas.openxmlformats.org/officeDocument/2006/relationships/slide" Target="slides/slide17.xml"/><Relationship Id="rId34" Type="http://schemas.openxmlformats.org/officeDocument/2006/relationships/slide" Target="slides/slide30.xml"/><Relationship Id="rId42" Type="http://schemas.microsoft.com/office/2015/10/relationships/revisionInfo" Target="revisionInfo.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tags" Target="tags/tag1.xml"/><Relationship Id="rId40"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31F9029-478E-41AD-BE64-0AEEF65E3A02}" type="doc">
      <dgm:prSet loTypeId="urn:microsoft.com/office/officeart/2005/8/layout/cycle2" loCatId="cycle" qsTypeId="urn:microsoft.com/office/officeart/2005/8/quickstyle/simple1" qsCatId="simple" csTypeId="urn:microsoft.com/office/officeart/2005/8/colors/accent1_2" csCatId="accent1" phldr="1"/>
      <dgm:spPr/>
      <dgm:t>
        <a:bodyPr/>
        <a:lstStyle/>
        <a:p>
          <a:endParaRPr lang="en-AU"/>
        </a:p>
      </dgm:t>
    </dgm:pt>
    <dgm:pt modelId="{2BF284A2-D36A-4481-8AC9-6329DEB29EE9}">
      <dgm:prSet phldrT="[Text]" custT="1">
        <dgm:style>
          <a:lnRef idx="3">
            <a:schemeClr val="lt1"/>
          </a:lnRef>
          <a:fillRef idx="1">
            <a:schemeClr val="dk1"/>
          </a:fillRef>
          <a:effectRef idx="1">
            <a:schemeClr val="dk1"/>
          </a:effectRef>
          <a:fontRef idx="minor">
            <a:schemeClr val="lt1"/>
          </a:fontRef>
        </dgm:style>
      </dgm:prSet>
      <dgm:spPr/>
      <dgm:t>
        <a:bodyPr/>
        <a:lstStyle/>
        <a:p>
          <a:r>
            <a:rPr lang="en-US" sz="1400" dirty="0"/>
            <a:t>Requirements</a:t>
          </a:r>
          <a:endParaRPr lang="en-AU" sz="1400" dirty="0"/>
        </a:p>
      </dgm:t>
    </dgm:pt>
    <dgm:pt modelId="{3B606330-2896-4A06-8E35-62DB5A64939F}" type="parTrans" cxnId="{D312BD7C-0CCA-42EE-8EC5-22B55B3208FC}">
      <dgm:prSet/>
      <dgm:spPr/>
      <dgm:t>
        <a:bodyPr/>
        <a:lstStyle/>
        <a:p>
          <a:endParaRPr lang="en-AU"/>
        </a:p>
      </dgm:t>
    </dgm:pt>
    <dgm:pt modelId="{C87B0B3B-D7CA-4D50-971F-329773D3DFDC}" type="sibTrans" cxnId="{D312BD7C-0CCA-42EE-8EC5-22B55B3208FC}">
      <dgm:prSet custT="1">
        <dgm:style>
          <a:lnRef idx="3">
            <a:schemeClr val="lt1"/>
          </a:lnRef>
          <a:fillRef idx="1">
            <a:schemeClr val="dk1"/>
          </a:fillRef>
          <a:effectRef idx="1">
            <a:schemeClr val="dk1"/>
          </a:effectRef>
          <a:fontRef idx="minor">
            <a:schemeClr val="lt1"/>
          </a:fontRef>
        </dgm:style>
      </dgm:prSet>
      <dgm:spPr/>
      <dgm:t>
        <a:bodyPr/>
        <a:lstStyle/>
        <a:p>
          <a:endParaRPr lang="en-AU" sz="1600"/>
        </a:p>
      </dgm:t>
    </dgm:pt>
    <dgm:pt modelId="{8D63EFA6-4C40-4EA3-BF38-C240A2B9970A}">
      <dgm:prSet phldrT="[Text]" custT="1">
        <dgm:style>
          <a:lnRef idx="3">
            <a:schemeClr val="lt1"/>
          </a:lnRef>
          <a:fillRef idx="1">
            <a:schemeClr val="dk1"/>
          </a:fillRef>
          <a:effectRef idx="1">
            <a:schemeClr val="dk1"/>
          </a:effectRef>
          <a:fontRef idx="minor">
            <a:schemeClr val="lt1"/>
          </a:fontRef>
        </dgm:style>
      </dgm:prSet>
      <dgm:spPr/>
      <dgm:t>
        <a:bodyPr/>
        <a:lstStyle/>
        <a:p>
          <a:r>
            <a:rPr lang="en-US" sz="1600" dirty="0"/>
            <a:t>Test Planning</a:t>
          </a:r>
          <a:endParaRPr lang="en-AU" sz="1600" dirty="0"/>
        </a:p>
      </dgm:t>
    </dgm:pt>
    <dgm:pt modelId="{FBEEDB8F-AAFD-4954-AB35-61F14653FB00}" type="parTrans" cxnId="{F47C66EB-07A2-4C84-BC2B-9FF7C492EEE0}">
      <dgm:prSet/>
      <dgm:spPr/>
      <dgm:t>
        <a:bodyPr/>
        <a:lstStyle/>
        <a:p>
          <a:endParaRPr lang="en-AU"/>
        </a:p>
      </dgm:t>
    </dgm:pt>
    <dgm:pt modelId="{28413C4A-358C-4B5F-9CF7-02A35288C58C}" type="sibTrans" cxnId="{F47C66EB-07A2-4C84-BC2B-9FF7C492EEE0}">
      <dgm:prSet custT="1">
        <dgm:style>
          <a:lnRef idx="3">
            <a:schemeClr val="lt1"/>
          </a:lnRef>
          <a:fillRef idx="1">
            <a:schemeClr val="dk1"/>
          </a:fillRef>
          <a:effectRef idx="1">
            <a:schemeClr val="dk1"/>
          </a:effectRef>
          <a:fontRef idx="minor">
            <a:schemeClr val="lt1"/>
          </a:fontRef>
        </dgm:style>
      </dgm:prSet>
      <dgm:spPr/>
      <dgm:t>
        <a:bodyPr/>
        <a:lstStyle/>
        <a:p>
          <a:endParaRPr lang="en-AU" sz="1600"/>
        </a:p>
      </dgm:t>
    </dgm:pt>
    <dgm:pt modelId="{6C3BF3C5-7036-4AA3-9129-94FF42ABA1D8}">
      <dgm:prSet phldrT="[Text]" custT="1">
        <dgm:style>
          <a:lnRef idx="3">
            <a:schemeClr val="lt1"/>
          </a:lnRef>
          <a:fillRef idx="1">
            <a:schemeClr val="dk1"/>
          </a:fillRef>
          <a:effectRef idx="1">
            <a:schemeClr val="dk1"/>
          </a:effectRef>
          <a:fontRef idx="minor">
            <a:schemeClr val="lt1"/>
          </a:fontRef>
        </dgm:style>
      </dgm:prSet>
      <dgm:spPr/>
      <dgm:t>
        <a:bodyPr/>
        <a:lstStyle/>
        <a:p>
          <a:r>
            <a:rPr lang="en-US" sz="1600" dirty="0"/>
            <a:t>Test Case Creation</a:t>
          </a:r>
          <a:endParaRPr lang="en-AU" sz="1600" dirty="0"/>
        </a:p>
      </dgm:t>
    </dgm:pt>
    <dgm:pt modelId="{8403AFFD-E5E7-40B2-99F7-480B35AC0406}" type="parTrans" cxnId="{7CD336BC-C6CE-404C-8CE4-A4A546142188}">
      <dgm:prSet/>
      <dgm:spPr/>
      <dgm:t>
        <a:bodyPr/>
        <a:lstStyle/>
        <a:p>
          <a:endParaRPr lang="en-AU"/>
        </a:p>
      </dgm:t>
    </dgm:pt>
    <dgm:pt modelId="{C7B5C2E7-D3D6-4488-A3C1-1AC133F77683}" type="sibTrans" cxnId="{7CD336BC-C6CE-404C-8CE4-A4A546142188}">
      <dgm:prSet custT="1">
        <dgm:style>
          <a:lnRef idx="3">
            <a:schemeClr val="lt1"/>
          </a:lnRef>
          <a:fillRef idx="1">
            <a:schemeClr val="dk1"/>
          </a:fillRef>
          <a:effectRef idx="1">
            <a:schemeClr val="dk1"/>
          </a:effectRef>
          <a:fontRef idx="minor">
            <a:schemeClr val="lt1"/>
          </a:fontRef>
        </dgm:style>
      </dgm:prSet>
      <dgm:spPr/>
      <dgm:t>
        <a:bodyPr/>
        <a:lstStyle/>
        <a:p>
          <a:endParaRPr lang="en-AU" sz="1600"/>
        </a:p>
      </dgm:t>
    </dgm:pt>
    <dgm:pt modelId="{1DCC5607-3CF3-4A46-9350-0C19684CF2AA}">
      <dgm:prSet phldrT="[Text]" custT="1">
        <dgm:style>
          <a:lnRef idx="3">
            <a:schemeClr val="lt1"/>
          </a:lnRef>
          <a:fillRef idx="1">
            <a:schemeClr val="dk1"/>
          </a:fillRef>
          <a:effectRef idx="1">
            <a:schemeClr val="dk1"/>
          </a:effectRef>
          <a:fontRef idx="minor">
            <a:schemeClr val="lt1"/>
          </a:fontRef>
        </dgm:style>
      </dgm:prSet>
      <dgm:spPr/>
      <dgm:t>
        <a:bodyPr/>
        <a:lstStyle/>
        <a:p>
          <a:r>
            <a:rPr lang="en-US" sz="1400" dirty="0"/>
            <a:t>Environment setup</a:t>
          </a:r>
          <a:endParaRPr lang="en-AU" sz="1400" dirty="0"/>
        </a:p>
      </dgm:t>
    </dgm:pt>
    <dgm:pt modelId="{96615ACB-FFBE-4632-B7B6-FCF03CCEF08E}" type="parTrans" cxnId="{92FDC20B-C061-4AF5-B17F-0682F8EB05F3}">
      <dgm:prSet/>
      <dgm:spPr/>
      <dgm:t>
        <a:bodyPr/>
        <a:lstStyle/>
        <a:p>
          <a:endParaRPr lang="en-AU"/>
        </a:p>
      </dgm:t>
    </dgm:pt>
    <dgm:pt modelId="{3F474837-A443-44A0-86F2-93B702461042}" type="sibTrans" cxnId="{92FDC20B-C061-4AF5-B17F-0682F8EB05F3}">
      <dgm:prSet custT="1">
        <dgm:style>
          <a:lnRef idx="3">
            <a:schemeClr val="lt1"/>
          </a:lnRef>
          <a:fillRef idx="1">
            <a:schemeClr val="dk1"/>
          </a:fillRef>
          <a:effectRef idx="1">
            <a:schemeClr val="dk1"/>
          </a:effectRef>
          <a:fontRef idx="minor">
            <a:schemeClr val="lt1"/>
          </a:fontRef>
        </dgm:style>
      </dgm:prSet>
      <dgm:spPr/>
      <dgm:t>
        <a:bodyPr/>
        <a:lstStyle/>
        <a:p>
          <a:endParaRPr lang="en-AU" sz="1600"/>
        </a:p>
      </dgm:t>
    </dgm:pt>
    <dgm:pt modelId="{CCA42BB7-6465-412A-BF5F-2A1182B59AC3}">
      <dgm:prSet phldrT="[Text]" custT="1">
        <dgm:style>
          <a:lnRef idx="3">
            <a:schemeClr val="lt1"/>
          </a:lnRef>
          <a:fillRef idx="1">
            <a:schemeClr val="dk1"/>
          </a:fillRef>
          <a:effectRef idx="1">
            <a:schemeClr val="dk1"/>
          </a:effectRef>
          <a:fontRef idx="minor">
            <a:schemeClr val="lt1"/>
          </a:fontRef>
        </dgm:style>
      </dgm:prSet>
      <dgm:spPr/>
      <dgm:t>
        <a:bodyPr/>
        <a:lstStyle/>
        <a:p>
          <a:r>
            <a:rPr lang="en-US" sz="1600" dirty="0"/>
            <a:t>Execute</a:t>
          </a:r>
          <a:endParaRPr lang="en-AU" sz="1600" dirty="0"/>
        </a:p>
      </dgm:t>
    </dgm:pt>
    <dgm:pt modelId="{E20E8A56-2DEB-44DE-991C-21FAF707A595}" type="parTrans" cxnId="{ED6402A2-1673-4A86-AF18-35F2ADC1FBCE}">
      <dgm:prSet/>
      <dgm:spPr/>
      <dgm:t>
        <a:bodyPr/>
        <a:lstStyle/>
        <a:p>
          <a:endParaRPr lang="en-AU"/>
        </a:p>
      </dgm:t>
    </dgm:pt>
    <dgm:pt modelId="{36AC50FB-BB35-4743-BB31-38F4BDF4403C}" type="sibTrans" cxnId="{ED6402A2-1673-4A86-AF18-35F2ADC1FBCE}">
      <dgm:prSet custT="1">
        <dgm:style>
          <a:lnRef idx="3">
            <a:schemeClr val="lt1"/>
          </a:lnRef>
          <a:fillRef idx="1">
            <a:schemeClr val="dk1"/>
          </a:fillRef>
          <a:effectRef idx="1">
            <a:schemeClr val="dk1"/>
          </a:effectRef>
          <a:fontRef idx="minor">
            <a:schemeClr val="lt1"/>
          </a:fontRef>
        </dgm:style>
      </dgm:prSet>
      <dgm:spPr/>
      <dgm:t>
        <a:bodyPr/>
        <a:lstStyle/>
        <a:p>
          <a:endParaRPr lang="en-AU" sz="1600"/>
        </a:p>
      </dgm:t>
    </dgm:pt>
    <dgm:pt modelId="{02614CB0-7CCB-471F-8786-6DBA6A7B0AB7}">
      <dgm:prSet phldrT="[Text]" custT="1">
        <dgm:style>
          <a:lnRef idx="3">
            <a:schemeClr val="lt1"/>
          </a:lnRef>
          <a:fillRef idx="1">
            <a:schemeClr val="dk1"/>
          </a:fillRef>
          <a:effectRef idx="1">
            <a:schemeClr val="dk1"/>
          </a:effectRef>
          <a:fontRef idx="minor">
            <a:schemeClr val="lt1"/>
          </a:fontRef>
        </dgm:style>
      </dgm:prSet>
      <dgm:spPr/>
      <dgm:t>
        <a:bodyPr/>
        <a:lstStyle/>
        <a:p>
          <a:r>
            <a:rPr lang="en-US" sz="1600" dirty="0"/>
            <a:t>Close &amp; Clean Up</a:t>
          </a:r>
          <a:endParaRPr lang="en-AU" sz="1600" dirty="0"/>
        </a:p>
      </dgm:t>
    </dgm:pt>
    <dgm:pt modelId="{EEC4A73F-AACA-4EB1-BB96-B8B45FFC6F7D}" type="parTrans" cxnId="{A9713B0E-F5DC-4C1D-B7DF-11EECEC16F46}">
      <dgm:prSet/>
      <dgm:spPr/>
      <dgm:t>
        <a:bodyPr/>
        <a:lstStyle/>
        <a:p>
          <a:endParaRPr lang="en-AU"/>
        </a:p>
      </dgm:t>
    </dgm:pt>
    <dgm:pt modelId="{913FD620-6405-4DAC-987E-3DC2EC9CA6DF}" type="sibTrans" cxnId="{A9713B0E-F5DC-4C1D-B7DF-11EECEC16F46}">
      <dgm:prSet custT="1">
        <dgm:style>
          <a:lnRef idx="3">
            <a:schemeClr val="lt1"/>
          </a:lnRef>
          <a:fillRef idx="1">
            <a:schemeClr val="dk1"/>
          </a:fillRef>
          <a:effectRef idx="1">
            <a:schemeClr val="dk1"/>
          </a:effectRef>
          <a:fontRef idx="minor">
            <a:schemeClr val="lt1"/>
          </a:fontRef>
        </dgm:style>
      </dgm:prSet>
      <dgm:spPr/>
      <dgm:t>
        <a:bodyPr/>
        <a:lstStyle/>
        <a:p>
          <a:endParaRPr lang="en-AU" sz="1600"/>
        </a:p>
      </dgm:t>
    </dgm:pt>
    <dgm:pt modelId="{EEF9AB05-5711-45E9-9D88-048A23CA1BDD}" type="pres">
      <dgm:prSet presAssocID="{731F9029-478E-41AD-BE64-0AEEF65E3A02}" presName="cycle" presStyleCnt="0">
        <dgm:presLayoutVars>
          <dgm:dir/>
          <dgm:resizeHandles val="exact"/>
        </dgm:presLayoutVars>
      </dgm:prSet>
      <dgm:spPr/>
    </dgm:pt>
    <dgm:pt modelId="{A301B9A1-E1A7-41E8-BBD8-899071B18C84}" type="pres">
      <dgm:prSet presAssocID="{2BF284A2-D36A-4481-8AC9-6329DEB29EE9}" presName="node" presStyleLbl="node1" presStyleIdx="0" presStyleCnt="6" custScaleX="132029" custScaleY="127267">
        <dgm:presLayoutVars>
          <dgm:bulletEnabled val="1"/>
        </dgm:presLayoutVars>
      </dgm:prSet>
      <dgm:spPr/>
    </dgm:pt>
    <dgm:pt modelId="{71DB6DA0-ED09-4F9B-B20A-B820C46D7D6E}" type="pres">
      <dgm:prSet presAssocID="{C87B0B3B-D7CA-4D50-971F-329773D3DFDC}" presName="sibTrans" presStyleLbl="sibTrans2D1" presStyleIdx="0" presStyleCnt="6" custScaleX="115224" custScaleY="115124"/>
      <dgm:spPr/>
    </dgm:pt>
    <dgm:pt modelId="{04393874-D82C-4F6C-BF8F-FC39F6791AB1}" type="pres">
      <dgm:prSet presAssocID="{C87B0B3B-D7CA-4D50-971F-329773D3DFDC}" presName="connectorText" presStyleLbl="sibTrans2D1" presStyleIdx="0" presStyleCnt="6"/>
      <dgm:spPr/>
    </dgm:pt>
    <dgm:pt modelId="{2001A7D4-9E43-435F-B69B-A025794704CC}" type="pres">
      <dgm:prSet presAssocID="{8D63EFA6-4C40-4EA3-BF38-C240A2B9970A}" presName="node" presStyleLbl="node1" presStyleIdx="1" presStyleCnt="6" custScaleX="115224" custScaleY="115125">
        <dgm:presLayoutVars>
          <dgm:bulletEnabled val="1"/>
        </dgm:presLayoutVars>
      </dgm:prSet>
      <dgm:spPr/>
    </dgm:pt>
    <dgm:pt modelId="{86FB1537-CA8B-45E3-8CA5-618A2B21CC7E}" type="pres">
      <dgm:prSet presAssocID="{28413C4A-358C-4B5F-9CF7-02A35288C58C}" presName="sibTrans" presStyleLbl="sibTrans2D1" presStyleIdx="1" presStyleCnt="6" custScaleX="115224" custScaleY="115124"/>
      <dgm:spPr/>
    </dgm:pt>
    <dgm:pt modelId="{9443E041-DCC7-43BD-BDF9-20057F61519C}" type="pres">
      <dgm:prSet presAssocID="{28413C4A-358C-4B5F-9CF7-02A35288C58C}" presName="connectorText" presStyleLbl="sibTrans2D1" presStyleIdx="1" presStyleCnt="6"/>
      <dgm:spPr/>
    </dgm:pt>
    <dgm:pt modelId="{551E70D0-6D96-4496-9985-084B70FEDDB7}" type="pres">
      <dgm:prSet presAssocID="{6C3BF3C5-7036-4AA3-9129-94FF42ABA1D8}" presName="node" presStyleLbl="node1" presStyleIdx="2" presStyleCnt="6" custScaleX="115224" custScaleY="115125">
        <dgm:presLayoutVars>
          <dgm:bulletEnabled val="1"/>
        </dgm:presLayoutVars>
      </dgm:prSet>
      <dgm:spPr/>
    </dgm:pt>
    <dgm:pt modelId="{E6D01E35-C3C5-4333-9BA1-2D34F1AD556F}" type="pres">
      <dgm:prSet presAssocID="{C7B5C2E7-D3D6-4488-A3C1-1AC133F77683}" presName="sibTrans" presStyleLbl="sibTrans2D1" presStyleIdx="2" presStyleCnt="6" custScaleX="115224" custScaleY="115124"/>
      <dgm:spPr/>
    </dgm:pt>
    <dgm:pt modelId="{A2B53867-36BE-4D21-A716-3725A8E0D353}" type="pres">
      <dgm:prSet presAssocID="{C7B5C2E7-D3D6-4488-A3C1-1AC133F77683}" presName="connectorText" presStyleLbl="sibTrans2D1" presStyleIdx="2" presStyleCnt="6"/>
      <dgm:spPr/>
    </dgm:pt>
    <dgm:pt modelId="{31F5D09C-7357-4A5B-AC23-DCAC06E9D185}" type="pres">
      <dgm:prSet presAssocID="{1DCC5607-3CF3-4A46-9350-0C19684CF2AA}" presName="node" presStyleLbl="node1" presStyleIdx="3" presStyleCnt="6" custScaleX="115224" custScaleY="115125">
        <dgm:presLayoutVars>
          <dgm:bulletEnabled val="1"/>
        </dgm:presLayoutVars>
      </dgm:prSet>
      <dgm:spPr/>
    </dgm:pt>
    <dgm:pt modelId="{58E5A2A4-6CEB-47A4-AEE9-E5CD7B9998B4}" type="pres">
      <dgm:prSet presAssocID="{3F474837-A443-44A0-86F2-93B702461042}" presName="sibTrans" presStyleLbl="sibTrans2D1" presStyleIdx="3" presStyleCnt="6" custScaleX="115224" custScaleY="115124"/>
      <dgm:spPr/>
    </dgm:pt>
    <dgm:pt modelId="{E010E3EB-6A79-4FBA-91E3-FF561A63FF4C}" type="pres">
      <dgm:prSet presAssocID="{3F474837-A443-44A0-86F2-93B702461042}" presName="connectorText" presStyleLbl="sibTrans2D1" presStyleIdx="3" presStyleCnt="6"/>
      <dgm:spPr/>
    </dgm:pt>
    <dgm:pt modelId="{8A882EC9-78C7-46BF-A581-71067844BAFA}" type="pres">
      <dgm:prSet presAssocID="{CCA42BB7-6465-412A-BF5F-2A1182B59AC3}" presName="node" presStyleLbl="node1" presStyleIdx="4" presStyleCnt="6" custScaleX="115224" custScaleY="115125">
        <dgm:presLayoutVars>
          <dgm:bulletEnabled val="1"/>
        </dgm:presLayoutVars>
      </dgm:prSet>
      <dgm:spPr/>
    </dgm:pt>
    <dgm:pt modelId="{F4EA6965-C901-4878-9E9F-B2CEDA7F663A}" type="pres">
      <dgm:prSet presAssocID="{36AC50FB-BB35-4743-BB31-38F4BDF4403C}" presName="sibTrans" presStyleLbl="sibTrans2D1" presStyleIdx="4" presStyleCnt="6" custScaleX="115224" custScaleY="115124"/>
      <dgm:spPr/>
    </dgm:pt>
    <dgm:pt modelId="{4796D4AB-BDAF-43A8-B90C-73C31048A421}" type="pres">
      <dgm:prSet presAssocID="{36AC50FB-BB35-4743-BB31-38F4BDF4403C}" presName="connectorText" presStyleLbl="sibTrans2D1" presStyleIdx="4" presStyleCnt="6"/>
      <dgm:spPr/>
    </dgm:pt>
    <dgm:pt modelId="{5932B054-15B9-4A3F-8731-D63D64278C21}" type="pres">
      <dgm:prSet presAssocID="{02614CB0-7CCB-471F-8786-6DBA6A7B0AB7}" presName="node" presStyleLbl="node1" presStyleIdx="5" presStyleCnt="6" custScaleX="115224" custScaleY="115125">
        <dgm:presLayoutVars>
          <dgm:bulletEnabled val="1"/>
        </dgm:presLayoutVars>
      </dgm:prSet>
      <dgm:spPr/>
    </dgm:pt>
    <dgm:pt modelId="{C8924EDF-2D37-4EFA-9DE8-DE410C145A32}" type="pres">
      <dgm:prSet presAssocID="{913FD620-6405-4DAC-987E-3DC2EC9CA6DF}" presName="sibTrans" presStyleLbl="sibTrans2D1" presStyleIdx="5" presStyleCnt="6" custScaleX="115224" custScaleY="115124"/>
      <dgm:spPr/>
    </dgm:pt>
    <dgm:pt modelId="{1D110AB3-8739-42D2-8E64-454064D803EF}" type="pres">
      <dgm:prSet presAssocID="{913FD620-6405-4DAC-987E-3DC2EC9CA6DF}" presName="connectorText" presStyleLbl="sibTrans2D1" presStyleIdx="5" presStyleCnt="6"/>
      <dgm:spPr/>
    </dgm:pt>
  </dgm:ptLst>
  <dgm:cxnLst>
    <dgm:cxn modelId="{92FDC20B-C061-4AF5-B17F-0682F8EB05F3}" srcId="{731F9029-478E-41AD-BE64-0AEEF65E3A02}" destId="{1DCC5607-3CF3-4A46-9350-0C19684CF2AA}" srcOrd="3" destOrd="0" parTransId="{96615ACB-FFBE-4632-B7B6-FCF03CCEF08E}" sibTransId="{3F474837-A443-44A0-86F2-93B702461042}"/>
    <dgm:cxn modelId="{A9713B0E-F5DC-4C1D-B7DF-11EECEC16F46}" srcId="{731F9029-478E-41AD-BE64-0AEEF65E3A02}" destId="{02614CB0-7CCB-471F-8786-6DBA6A7B0AB7}" srcOrd="5" destOrd="0" parTransId="{EEC4A73F-AACA-4EB1-BB96-B8B45FFC6F7D}" sibTransId="{913FD620-6405-4DAC-987E-3DC2EC9CA6DF}"/>
    <dgm:cxn modelId="{B6DB6415-4507-4A41-B944-940BD1E4D5C9}" type="presOf" srcId="{36AC50FB-BB35-4743-BB31-38F4BDF4403C}" destId="{4796D4AB-BDAF-43A8-B90C-73C31048A421}" srcOrd="1" destOrd="0" presId="urn:microsoft.com/office/officeart/2005/8/layout/cycle2"/>
    <dgm:cxn modelId="{825C4723-94F1-4C61-BAA3-908C81B42E96}" type="presOf" srcId="{36AC50FB-BB35-4743-BB31-38F4BDF4403C}" destId="{F4EA6965-C901-4878-9E9F-B2CEDA7F663A}" srcOrd="0" destOrd="0" presId="urn:microsoft.com/office/officeart/2005/8/layout/cycle2"/>
    <dgm:cxn modelId="{50E0752D-4627-41B5-823E-224CF2E63270}" type="presOf" srcId="{913FD620-6405-4DAC-987E-3DC2EC9CA6DF}" destId="{C8924EDF-2D37-4EFA-9DE8-DE410C145A32}" srcOrd="0" destOrd="0" presId="urn:microsoft.com/office/officeart/2005/8/layout/cycle2"/>
    <dgm:cxn modelId="{26319442-14C5-4F57-8B90-F8E218E4131E}" type="presOf" srcId="{C7B5C2E7-D3D6-4488-A3C1-1AC133F77683}" destId="{A2B53867-36BE-4D21-A716-3725A8E0D353}" srcOrd="1" destOrd="0" presId="urn:microsoft.com/office/officeart/2005/8/layout/cycle2"/>
    <dgm:cxn modelId="{2BCAC943-1ED1-40F7-A0BD-703F0550F473}" type="presOf" srcId="{02614CB0-7CCB-471F-8786-6DBA6A7B0AB7}" destId="{5932B054-15B9-4A3F-8731-D63D64278C21}" srcOrd="0" destOrd="0" presId="urn:microsoft.com/office/officeart/2005/8/layout/cycle2"/>
    <dgm:cxn modelId="{6D114868-6A05-43FD-82A5-DD6275623393}" type="presOf" srcId="{C87B0B3B-D7CA-4D50-971F-329773D3DFDC}" destId="{04393874-D82C-4F6C-BF8F-FC39F6791AB1}" srcOrd="1" destOrd="0" presId="urn:microsoft.com/office/officeart/2005/8/layout/cycle2"/>
    <dgm:cxn modelId="{D312BD7C-0CCA-42EE-8EC5-22B55B3208FC}" srcId="{731F9029-478E-41AD-BE64-0AEEF65E3A02}" destId="{2BF284A2-D36A-4481-8AC9-6329DEB29EE9}" srcOrd="0" destOrd="0" parTransId="{3B606330-2896-4A06-8E35-62DB5A64939F}" sibTransId="{C87B0B3B-D7CA-4D50-971F-329773D3DFDC}"/>
    <dgm:cxn modelId="{D0CFC980-C7ED-4935-818F-6A0EF4410A2D}" type="presOf" srcId="{2BF284A2-D36A-4481-8AC9-6329DEB29EE9}" destId="{A301B9A1-E1A7-41E8-BBD8-899071B18C84}" srcOrd="0" destOrd="0" presId="urn:microsoft.com/office/officeart/2005/8/layout/cycle2"/>
    <dgm:cxn modelId="{DCD2C181-5545-440A-BC21-1D4FAC4AE694}" type="presOf" srcId="{CCA42BB7-6465-412A-BF5F-2A1182B59AC3}" destId="{8A882EC9-78C7-46BF-A581-71067844BAFA}" srcOrd="0" destOrd="0" presId="urn:microsoft.com/office/officeart/2005/8/layout/cycle2"/>
    <dgm:cxn modelId="{CD549A9C-2A8C-4AC9-8E10-42FE2C24DD0A}" type="presOf" srcId="{8D63EFA6-4C40-4EA3-BF38-C240A2B9970A}" destId="{2001A7D4-9E43-435F-B69B-A025794704CC}" srcOrd="0" destOrd="0" presId="urn:microsoft.com/office/officeart/2005/8/layout/cycle2"/>
    <dgm:cxn modelId="{A1005EA1-CDDC-4420-9076-CED869EC9F65}" type="presOf" srcId="{3F474837-A443-44A0-86F2-93B702461042}" destId="{E010E3EB-6A79-4FBA-91E3-FF561A63FF4C}" srcOrd="1" destOrd="0" presId="urn:microsoft.com/office/officeart/2005/8/layout/cycle2"/>
    <dgm:cxn modelId="{7F939AA1-5623-4324-A0D4-F32F7E908854}" type="presOf" srcId="{731F9029-478E-41AD-BE64-0AEEF65E3A02}" destId="{EEF9AB05-5711-45E9-9D88-048A23CA1BDD}" srcOrd="0" destOrd="0" presId="urn:microsoft.com/office/officeart/2005/8/layout/cycle2"/>
    <dgm:cxn modelId="{ED6402A2-1673-4A86-AF18-35F2ADC1FBCE}" srcId="{731F9029-478E-41AD-BE64-0AEEF65E3A02}" destId="{CCA42BB7-6465-412A-BF5F-2A1182B59AC3}" srcOrd="4" destOrd="0" parTransId="{E20E8A56-2DEB-44DE-991C-21FAF707A595}" sibTransId="{36AC50FB-BB35-4743-BB31-38F4BDF4403C}"/>
    <dgm:cxn modelId="{39E76FA4-3740-477C-AE63-5F15E9DD1EF8}" type="presOf" srcId="{C87B0B3B-D7CA-4D50-971F-329773D3DFDC}" destId="{71DB6DA0-ED09-4F9B-B20A-B820C46D7D6E}" srcOrd="0" destOrd="0" presId="urn:microsoft.com/office/officeart/2005/8/layout/cycle2"/>
    <dgm:cxn modelId="{DD1866B1-7F07-460E-B8A6-5CF8847E507B}" type="presOf" srcId="{6C3BF3C5-7036-4AA3-9129-94FF42ABA1D8}" destId="{551E70D0-6D96-4496-9985-084B70FEDDB7}" srcOrd="0" destOrd="0" presId="urn:microsoft.com/office/officeart/2005/8/layout/cycle2"/>
    <dgm:cxn modelId="{7CD336BC-C6CE-404C-8CE4-A4A546142188}" srcId="{731F9029-478E-41AD-BE64-0AEEF65E3A02}" destId="{6C3BF3C5-7036-4AA3-9129-94FF42ABA1D8}" srcOrd="2" destOrd="0" parTransId="{8403AFFD-E5E7-40B2-99F7-480B35AC0406}" sibTransId="{C7B5C2E7-D3D6-4488-A3C1-1AC133F77683}"/>
    <dgm:cxn modelId="{8189ACBC-E272-4F01-94F5-4CB8D939C553}" type="presOf" srcId="{28413C4A-358C-4B5F-9CF7-02A35288C58C}" destId="{9443E041-DCC7-43BD-BDF9-20057F61519C}" srcOrd="1" destOrd="0" presId="urn:microsoft.com/office/officeart/2005/8/layout/cycle2"/>
    <dgm:cxn modelId="{EC6413BF-4999-4545-B56C-D8C84C9AE691}" type="presOf" srcId="{913FD620-6405-4DAC-987E-3DC2EC9CA6DF}" destId="{1D110AB3-8739-42D2-8E64-454064D803EF}" srcOrd="1" destOrd="0" presId="urn:microsoft.com/office/officeart/2005/8/layout/cycle2"/>
    <dgm:cxn modelId="{36E679CC-CFA0-4F6F-97A6-7D68EDC273CE}" type="presOf" srcId="{28413C4A-358C-4B5F-9CF7-02A35288C58C}" destId="{86FB1537-CA8B-45E3-8CA5-618A2B21CC7E}" srcOrd="0" destOrd="0" presId="urn:microsoft.com/office/officeart/2005/8/layout/cycle2"/>
    <dgm:cxn modelId="{5A3E61CF-6B58-403C-BAA9-3860B0DF84E6}" type="presOf" srcId="{1DCC5607-3CF3-4A46-9350-0C19684CF2AA}" destId="{31F5D09C-7357-4A5B-AC23-DCAC06E9D185}" srcOrd="0" destOrd="0" presId="urn:microsoft.com/office/officeart/2005/8/layout/cycle2"/>
    <dgm:cxn modelId="{BD8C2DDC-B782-4D89-AA89-6A34AA67D609}" type="presOf" srcId="{C7B5C2E7-D3D6-4488-A3C1-1AC133F77683}" destId="{E6D01E35-C3C5-4333-9BA1-2D34F1AD556F}" srcOrd="0" destOrd="0" presId="urn:microsoft.com/office/officeart/2005/8/layout/cycle2"/>
    <dgm:cxn modelId="{F47C66EB-07A2-4C84-BC2B-9FF7C492EEE0}" srcId="{731F9029-478E-41AD-BE64-0AEEF65E3A02}" destId="{8D63EFA6-4C40-4EA3-BF38-C240A2B9970A}" srcOrd="1" destOrd="0" parTransId="{FBEEDB8F-AAFD-4954-AB35-61F14653FB00}" sibTransId="{28413C4A-358C-4B5F-9CF7-02A35288C58C}"/>
    <dgm:cxn modelId="{EF0016EF-89B0-4897-8869-2E565EC8BB54}" type="presOf" srcId="{3F474837-A443-44A0-86F2-93B702461042}" destId="{58E5A2A4-6CEB-47A4-AEE9-E5CD7B9998B4}" srcOrd="0" destOrd="0" presId="urn:microsoft.com/office/officeart/2005/8/layout/cycle2"/>
    <dgm:cxn modelId="{01DA4614-8A86-46B9-9BF7-47A64FEF4F3F}" type="presParOf" srcId="{EEF9AB05-5711-45E9-9D88-048A23CA1BDD}" destId="{A301B9A1-E1A7-41E8-BBD8-899071B18C84}" srcOrd="0" destOrd="0" presId="urn:microsoft.com/office/officeart/2005/8/layout/cycle2"/>
    <dgm:cxn modelId="{74A01AA2-7AA1-4AD9-BD79-1E9B99166EDF}" type="presParOf" srcId="{EEF9AB05-5711-45E9-9D88-048A23CA1BDD}" destId="{71DB6DA0-ED09-4F9B-B20A-B820C46D7D6E}" srcOrd="1" destOrd="0" presId="urn:microsoft.com/office/officeart/2005/8/layout/cycle2"/>
    <dgm:cxn modelId="{347E382F-2D00-4D50-9B60-8E9FC8923BA4}" type="presParOf" srcId="{71DB6DA0-ED09-4F9B-B20A-B820C46D7D6E}" destId="{04393874-D82C-4F6C-BF8F-FC39F6791AB1}" srcOrd="0" destOrd="0" presId="urn:microsoft.com/office/officeart/2005/8/layout/cycle2"/>
    <dgm:cxn modelId="{CBD21D37-88CF-403C-9C1A-5ED69FF613A8}" type="presParOf" srcId="{EEF9AB05-5711-45E9-9D88-048A23CA1BDD}" destId="{2001A7D4-9E43-435F-B69B-A025794704CC}" srcOrd="2" destOrd="0" presId="urn:microsoft.com/office/officeart/2005/8/layout/cycle2"/>
    <dgm:cxn modelId="{33205200-9BC2-48CD-902B-C1DE1CD6BE4E}" type="presParOf" srcId="{EEF9AB05-5711-45E9-9D88-048A23CA1BDD}" destId="{86FB1537-CA8B-45E3-8CA5-618A2B21CC7E}" srcOrd="3" destOrd="0" presId="urn:microsoft.com/office/officeart/2005/8/layout/cycle2"/>
    <dgm:cxn modelId="{D5FBE02C-1D36-434E-A850-3E2BF1DD9740}" type="presParOf" srcId="{86FB1537-CA8B-45E3-8CA5-618A2B21CC7E}" destId="{9443E041-DCC7-43BD-BDF9-20057F61519C}" srcOrd="0" destOrd="0" presId="urn:microsoft.com/office/officeart/2005/8/layout/cycle2"/>
    <dgm:cxn modelId="{6659BED1-3F88-4767-A72D-169873FC7EF0}" type="presParOf" srcId="{EEF9AB05-5711-45E9-9D88-048A23CA1BDD}" destId="{551E70D0-6D96-4496-9985-084B70FEDDB7}" srcOrd="4" destOrd="0" presId="urn:microsoft.com/office/officeart/2005/8/layout/cycle2"/>
    <dgm:cxn modelId="{85946BF7-FAA6-49F4-A216-096082E8CD0C}" type="presParOf" srcId="{EEF9AB05-5711-45E9-9D88-048A23CA1BDD}" destId="{E6D01E35-C3C5-4333-9BA1-2D34F1AD556F}" srcOrd="5" destOrd="0" presId="urn:microsoft.com/office/officeart/2005/8/layout/cycle2"/>
    <dgm:cxn modelId="{89033486-343C-40AC-BB34-29037458E020}" type="presParOf" srcId="{E6D01E35-C3C5-4333-9BA1-2D34F1AD556F}" destId="{A2B53867-36BE-4D21-A716-3725A8E0D353}" srcOrd="0" destOrd="0" presId="urn:microsoft.com/office/officeart/2005/8/layout/cycle2"/>
    <dgm:cxn modelId="{D992B10F-9462-4B2D-930C-8C3E222EE577}" type="presParOf" srcId="{EEF9AB05-5711-45E9-9D88-048A23CA1BDD}" destId="{31F5D09C-7357-4A5B-AC23-DCAC06E9D185}" srcOrd="6" destOrd="0" presId="urn:microsoft.com/office/officeart/2005/8/layout/cycle2"/>
    <dgm:cxn modelId="{A4509798-1813-4569-A5BF-8CE3706DCF0D}" type="presParOf" srcId="{EEF9AB05-5711-45E9-9D88-048A23CA1BDD}" destId="{58E5A2A4-6CEB-47A4-AEE9-E5CD7B9998B4}" srcOrd="7" destOrd="0" presId="urn:microsoft.com/office/officeart/2005/8/layout/cycle2"/>
    <dgm:cxn modelId="{92389626-51DF-496F-A639-3C9E4DFF43C3}" type="presParOf" srcId="{58E5A2A4-6CEB-47A4-AEE9-E5CD7B9998B4}" destId="{E010E3EB-6A79-4FBA-91E3-FF561A63FF4C}" srcOrd="0" destOrd="0" presId="urn:microsoft.com/office/officeart/2005/8/layout/cycle2"/>
    <dgm:cxn modelId="{EFCDF3A5-0312-4CF4-95EF-16F31DAABE6B}" type="presParOf" srcId="{EEF9AB05-5711-45E9-9D88-048A23CA1BDD}" destId="{8A882EC9-78C7-46BF-A581-71067844BAFA}" srcOrd="8" destOrd="0" presId="urn:microsoft.com/office/officeart/2005/8/layout/cycle2"/>
    <dgm:cxn modelId="{0ABB5F12-EE9B-4BF8-AA43-901E4099102B}" type="presParOf" srcId="{EEF9AB05-5711-45E9-9D88-048A23CA1BDD}" destId="{F4EA6965-C901-4878-9E9F-B2CEDA7F663A}" srcOrd="9" destOrd="0" presId="urn:microsoft.com/office/officeart/2005/8/layout/cycle2"/>
    <dgm:cxn modelId="{4B653D0F-C252-4831-BFC9-FFE0F7638FD4}" type="presParOf" srcId="{F4EA6965-C901-4878-9E9F-B2CEDA7F663A}" destId="{4796D4AB-BDAF-43A8-B90C-73C31048A421}" srcOrd="0" destOrd="0" presId="urn:microsoft.com/office/officeart/2005/8/layout/cycle2"/>
    <dgm:cxn modelId="{867CC889-080B-4EB7-A5AF-BFFBB8B6C990}" type="presParOf" srcId="{EEF9AB05-5711-45E9-9D88-048A23CA1BDD}" destId="{5932B054-15B9-4A3F-8731-D63D64278C21}" srcOrd="10" destOrd="0" presId="urn:microsoft.com/office/officeart/2005/8/layout/cycle2"/>
    <dgm:cxn modelId="{EFC85BAD-F6C4-4362-8EA6-6F981EF59DB4}" type="presParOf" srcId="{EEF9AB05-5711-45E9-9D88-048A23CA1BDD}" destId="{C8924EDF-2D37-4EFA-9DE8-DE410C145A32}" srcOrd="11" destOrd="0" presId="urn:microsoft.com/office/officeart/2005/8/layout/cycle2"/>
    <dgm:cxn modelId="{D5DFD828-CA09-43ED-BB79-32B6FD25192B}" type="presParOf" srcId="{C8924EDF-2D37-4EFA-9DE8-DE410C145A32}" destId="{1D110AB3-8739-42D2-8E64-454064D803EF}" srcOrd="0" destOrd="0" presId="urn:microsoft.com/office/officeart/2005/8/layout/cycle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301B9A1-E1A7-41E8-BBD8-899071B18C84}">
      <dsp:nvSpPr>
        <dsp:cNvPr id="0" name=""/>
        <dsp:cNvSpPr/>
      </dsp:nvSpPr>
      <dsp:spPr>
        <a:xfrm>
          <a:off x="2618577" y="-134447"/>
          <a:ext cx="1687426" cy="1626564"/>
        </a:xfrm>
        <a:prstGeom prst="ellipse">
          <a:avLst/>
        </a:prstGeom>
        <a:solidFill>
          <a:schemeClr val="dk1"/>
        </a:solidFill>
        <a:ln w="38100" cap="flat" cmpd="sng" algn="ctr">
          <a:solidFill>
            <a:schemeClr val="lt1"/>
          </a:solidFill>
          <a:prstDash val="solid"/>
        </a:ln>
        <a:effectLst>
          <a:outerShdw blurRad="40000" dist="20000" dir="5400000" rotWithShape="0">
            <a:srgbClr val="000000">
              <a:alpha val="38000"/>
            </a:srgbClr>
          </a:outerShdw>
        </a:effectLst>
      </dsp:spPr>
      <dsp:style>
        <a:lnRef idx="3">
          <a:schemeClr val="lt1"/>
        </a:lnRef>
        <a:fillRef idx="1">
          <a:schemeClr val="dk1"/>
        </a:fillRef>
        <a:effectRef idx="1">
          <a:schemeClr val="dk1"/>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dirty="0"/>
            <a:t>Requirements</a:t>
          </a:r>
          <a:endParaRPr lang="en-AU" sz="1400" kern="1200" dirty="0"/>
        </a:p>
      </dsp:txBody>
      <dsp:txXfrm>
        <a:off x="2865695" y="103758"/>
        <a:ext cx="1193190" cy="1150154"/>
      </dsp:txXfrm>
    </dsp:sp>
    <dsp:sp modelId="{71DB6DA0-ED09-4F9B-B20A-B820C46D7D6E}">
      <dsp:nvSpPr>
        <dsp:cNvPr id="0" name=""/>
        <dsp:cNvSpPr/>
      </dsp:nvSpPr>
      <dsp:spPr>
        <a:xfrm rot="1800000">
          <a:off x="4226055" y="932917"/>
          <a:ext cx="212755" cy="496586"/>
        </a:xfrm>
        <a:prstGeom prst="rightArrow">
          <a:avLst>
            <a:gd name="adj1" fmla="val 60000"/>
            <a:gd name="adj2" fmla="val 50000"/>
          </a:avLst>
        </a:prstGeom>
        <a:solidFill>
          <a:schemeClr val="dk1"/>
        </a:solidFill>
        <a:ln w="38100" cap="flat" cmpd="sng" algn="ctr">
          <a:solidFill>
            <a:schemeClr val="lt1"/>
          </a:solidFill>
          <a:prstDash val="solid"/>
        </a:ln>
        <a:effectLst>
          <a:outerShdw blurRad="40000" dist="20000" dir="5400000" rotWithShape="0">
            <a:srgbClr val="000000">
              <a:alpha val="38000"/>
            </a:srgbClr>
          </a:outerShdw>
        </a:effectLst>
      </dsp:spPr>
      <dsp:style>
        <a:lnRef idx="3">
          <a:schemeClr val="lt1"/>
        </a:lnRef>
        <a:fillRef idx="1">
          <a:schemeClr val="dk1"/>
        </a:fillRef>
        <a:effectRef idx="1">
          <a:schemeClr val="dk1"/>
        </a:effectRef>
        <a:fontRef idx="minor">
          <a:schemeClr val="lt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endParaRPr lang="en-AU" sz="1600" kern="1200"/>
        </a:p>
      </dsp:txBody>
      <dsp:txXfrm>
        <a:off x="4230331" y="1016278"/>
        <a:ext cx="148929" cy="297952"/>
      </dsp:txXfrm>
    </dsp:sp>
    <dsp:sp modelId="{2001A7D4-9E43-435F-B69B-A025794704CC}">
      <dsp:nvSpPr>
        <dsp:cNvPr id="0" name=""/>
        <dsp:cNvSpPr/>
      </dsp:nvSpPr>
      <dsp:spPr>
        <a:xfrm>
          <a:off x="4389029" y="903312"/>
          <a:ext cx="1472645" cy="1471380"/>
        </a:xfrm>
        <a:prstGeom prst="ellipse">
          <a:avLst/>
        </a:prstGeom>
        <a:solidFill>
          <a:schemeClr val="dk1"/>
        </a:solidFill>
        <a:ln w="38100" cap="flat" cmpd="sng" algn="ctr">
          <a:solidFill>
            <a:schemeClr val="lt1"/>
          </a:solidFill>
          <a:prstDash val="solid"/>
        </a:ln>
        <a:effectLst>
          <a:outerShdw blurRad="40000" dist="20000" dir="5400000" rotWithShape="0">
            <a:srgbClr val="000000">
              <a:alpha val="38000"/>
            </a:srgbClr>
          </a:outerShdw>
        </a:effectLst>
      </dsp:spPr>
      <dsp:style>
        <a:lnRef idx="3">
          <a:schemeClr val="lt1"/>
        </a:lnRef>
        <a:fillRef idx="1">
          <a:schemeClr val="dk1"/>
        </a:fillRef>
        <a:effectRef idx="1">
          <a:schemeClr val="dk1"/>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kern="1200" dirty="0"/>
            <a:t>Test Planning</a:t>
          </a:r>
          <a:endParaRPr lang="en-AU" sz="1600" kern="1200" dirty="0"/>
        </a:p>
      </dsp:txBody>
      <dsp:txXfrm>
        <a:off x="4604693" y="1118791"/>
        <a:ext cx="1041317" cy="1040422"/>
      </dsp:txXfrm>
    </dsp:sp>
    <dsp:sp modelId="{86FB1537-CA8B-45E3-8CA5-618A2B21CC7E}">
      <dsp:nvSpPr>
        <dsp:cNvPr id="0" name=""/>
        <dsp:cNvSpPr/>
      </dsp:nvSpPr>
      <dsp:spPr>
        <a:xfrm rot="5400000">
          <a:off x="4988266" y="2344144"/>
          <a:ext cx="274172" cy="496586"/>
        </a:xfrm>
        <a:prstGeom prst="rightArrow">
          <a:avLst>
            <a:gd name="adj1" fmla="val 60000"/>
            <a:gd name="adj2" fmla="val 50000"/>
          </a:avLst>
        </a:prstGeom>
        <a:solidFill>
          <a:schemeClr val="dk1"/>
        </a:solidFill>
        <a:ln w="38100" cap="flat" cmpd="sng" algn="ctr">
          <a:solidFill>
            <a:schemeClr val="lt1"/>
          </a:solidFill>
          <a:prstDash val="solid"/>
        </a:ln>
        <a:effectLst>
          <a:outerShdw blurRad="40000" dist="20000" dir="5400000" rotWithShape="0">
            <a:srgbClr val="000000">
              <a:alpha val="38000"/>
            </a:srgbClr>
          </a:outerShdw>
        </a:effectLst>
      </dsp:spPr>
      <dsp:style>
        <a:lnRef idx="3">
          <a:schemeClr val="lt1"/>
        </a:lnRef>
        <a:fillRef idx="1">
          <a:schemeClr val="dk1"/>
        </a:fillRef>
        <a:effectRef idx="1">
          <a:schemeClr val="dk1"/>
        </a:effectRef>
        <a:fontRef idx="minor">
          <a:schemeClr val="lt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endParaRPr lang="en-AU" sz="1600" kern="1200"/>
        </a:p>
      </dsp:txBody>
      <dsp:txXfrm>
        <a:off x="5029392" y="2402335"/>
        <a:ext cx="191920" cy="297952"/>
      </dsp:txXfrm>
    </dsp:sp>
    <dsp:sp modelId="{551E70D0-6D96-4496-9985-084B70FEDDB7}">
      <dsp:nvSpPr>
        <dsp:cNvPr id="0" name=""/>
        <dsp:cNvSpPr/>
      </dsp:nvSpPr>
      <dsp:spPr>
        <a:xfrm>
          <a:off x="4389029" y="2823650"/>
          <a:ext cx="1472645" cy="1471380"/>
        </a:xfrm>
        <a:prstGeom prst="ellipse">
          <a:avLst/>
        </a:prstGeom>
        <a:solidFill>
          <a:schemeClr val="dk1"/>
        </a:solidFill>
        <a:ln w="38100" cap="flat" cmpd="sng" algn="ctr">
          <a:solidFill>
            <a:schemeClr val="lt1"/>
          </a:solidFill>
          <a:prstDash val="solid"/>
        </a:ln>
        <a:effectLst>
          <a:outerShdw blurRad="40000" dist="20000" dir="5400000" rotWithShape="0">
            <a:srgbClr val="000000">
              <a:alpha val="38000"/>
            </a:srgbClr>
          </a:outerShdw>
        </a:effectLst>
      </dsp:spPr>
      <dsp:style>
        <a:lnRef idx="3">
          <a:schemeClr val="lt1"/>
        </a:lnRef>
        <a:fillRef idx="1">
          <a:schemeClr val="dk1"/>
        </a:fillRef>
        <a:effectRef idx="1">
          <a:schemeClr val="dk1"/>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kern="1200" dirty="0"/>
            <a:t>Test Case Creation</a:t>
          </a:r>
          <a:endParaRPr lang="en-AU" sz="1600" kern="1200" dirty="0"/>
        </a:p>
      </dsp:txBody>
      <dsp:txXfrm>
        <a:off x="4604693" y="3039129"/>
        <a:ext cx="1041317" cy="1040422"/>
      </dsp:txXfrm>
    </dsp:sp>
    <dsp:sp modelId="{E6D01E35-C3C5-4333-9BA1-2D34F1AD556F}">
      <dsp:nvSpPr>
        <dsp:cNvPr id="0" name=""/>
        <dsp:cNvSpPr/>
      </dsp:nvSpPr>
      <dsp:spPr>
        <a:xfrm rot="9000000">
          <a:off x="4162844" y="3787771"/>
          <a:ext cx="273592" cy="496586"/>
        </a:xfrm>
        <a:prstGeom prst="rightArrow">
          <a:avLst>
            <a:gd name="adj1" fmla="val 60000"/>
            <a:gd name="adj2" fmla="val 50000"/>
          </a:avLst>
        </a:prstGeom>
        <a:solidFill>
          <a:schemeClr val="dk1"/>
        </a:solidFill>
        <a:ln w="38100" cap="flat" cmpd="sng" algn="ctr">
          <a:solidFill>
            <a:schemeClr val="lt1"/>
          </a:solidFill>
          <a:prstDash val="solid"/>
        </a:ln>
        <a:effectLst>
          <a:outerShdw blurRad="40000" dist="20000" dir="5400000" rotWithShape="0">
            <a:srgbClr val="000000">
              <a:alpha val="38000"/>
            </a:srgbClr>
          </a:outerShdw>
        </a:effectLst>
      </dsp:spPr>
      <dsp:style>
        <a:lnRef idx="3">
          <a:schemeClr val="lt1"/>
        </a:lnRef>
        <a:fillRef idx="1">
          <a:schemeClr val="dk1"/>
        </a:fillRef>
        <a:effectRef idx="1">
          <a:schemeClr val="dk1"/>
        </a:effectRef>
        <a:fontRef idx="minor">
          <a:schemeClr val="lt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endParaRPr lang="en-AU" sz="1600" kern="1200"/>
        </a:p>
      </dsp:txBody>
      <dsp:txXfrm rot="10800000">
        <a:off x="4239424" y="3866569"/>
        <a:ext cx="191514" cy="297952"/>
      </dsp:txXfrm>
    </dsp:sp>
    <dsp:sp modelId="{31F5D09C-7357-4A5B-AC23-DCAC06E9D185}">
      <dsp:nvSpPr>
        <dsp:cNvPr id="0" name=""/>
        <dsp:cNvSpPr/>
      </dsp:nvSpPr>
      <dsp:spPr>
        <a:xfrm>
          <a:off x="2725968" y="3783819"/>
          <a:ext cx="1472645" cy="1471380"/>
        </a:xfrm>
        <a:prstGeom prst="ellipse">
          <a:avLst/>
        </a:prstGeom>
        <a:solidFill>
          <a:schemeClr val="dk1"/>
        </a:solidFill>
        <a:ln w="38100" cap="flat" cmpd="sng" algn="ctr">
          <a:solidFill>
            <a:schemeClr val="lt1"/>
          </a:solidFill>
          <a:prstDash val="solid"/>
        </a:ln>
        <a:effectLst>
          <a:outerShdw blurRad="40000" dist="20000" dir="5400000" rotWithShape="0">
            <a:srgbClr val="000000">
              <a:alpha val="38000"/>
            </a:srgbClr>
          </a:outerShdw>
        </a:effectLst>
      </dsp:spPr>
      <dsp:style>
        <a:lnRef idx="3">
          <a:schemeClr val="lt1"/>
        </a:lnRef>
        <a:fillRef idx="1">
          <a:schemeClr val="dk1"/>
        </a:fillRef>
        <a:effectRef idx="1">
          <a:schemeClr val="dk1"/>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dirty="0"/>
            <a:t>Environment setup</a:t>
          </a:r>
          <a:endParaRPr lang="en-AU" sz="1400" kern="1200" dirty="0"/>
        </a:p>
      </dsp:txBody>
      <dsp:txXfrm>
        <a:off x="2941632" y="3999298"/>
        <a:ext cx="1041317" cy="1040422"/>
      </dsp:txXfrm>
    </dsp:sp>
    <dsp:sp modelId="{58E5A2A4-6CEB-47A4-AEE9-E5CD7B9998B4}">
      <dsp:nvSpPr>
        <dsp:cNvPr id="0" name=""/>
        <dsp:cNvSpPr/>
      </dsp:nvSpPr>
      <dsp:spPr>
        <a:xfrm rot="12600000">
          <a:off x="2499783" y="3794491"/>
          <a:ext cx="273592" cy="496586"/>
        </a:xfrm>
        <a:prstGeom prst="rightArrow">
          <a:avLst>
            <a:gd name="adj1" fmla="val 60000"/>
            <a:gd name="adj2" fmla="val 50000"/>
          </a:avLst>
        </a:prstGeom>
        <a:solidFill>
          <a:schemeClr val="dk1"/>
        </a:solidFill>
        <a:ln w="38100" cap="flat" cmpd="sng" algn="ctr">
          <a:solidFill>
            <a:schemeClr val="lt1"/>
          </a:solidFill>
          <a:prstDash val="solid"/>
        </a:ln>
        <a:effectLst>
          <a:outerShdw blurRad="40000" dist="20000" dir="5400000" rotWithShape="0">
            <a:srgbClr val="000000">
              <a:alpha val="38000"/>
            </a:srgbClr>
          </a:outerShdw>
        </a:effectLst>
      </dsp:spPr>
      <dsp:style>
        <a:lnRef idx="3">
          <a:schemeClr val="lt1"/>
        </a:lnRef>
        <a:fillRef idx="1">
          <a:schemeClr val="dk1"/>
        </a:fillRef>
        <a:effectRef idx="1">
          <a:schemeClr val="dk1"/>
        </a:effectRef>
        <a:fontRef idx="minor">
          <a:schemeClr val="lt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endParaRPr lang="en-AU" sz="1600" kern="1200"/>
        </a:p>
      </dsp:txBody>
      <dsp:txXfrm rot="10800000">
        <a:off x="2576363" y="3914328"/>
        <a:ext cx="191514" cy="297952"/>
      </dsp:txXfrm>
    </dsp:sp>
    <dsp:sp modelId="{8A882EC9-78C7-46BF-A581-71067844BAFA}">
      <dsp:nvSpPr>
        <dsp:cNvPr id="0" name=""/>
        <dsp:cNvSpPr/>
      </dsp:nvSpPr>
      <dsp:spPr>
        <a:xfrm>
          <a:off x="1062906" y="2823650"/>
          <a:ext cx="1472645" cy="1471380"/>
        </a:xfrm>
        <a:prstGeom prst="ellipse">
          <a:avLst/>
        </a:prstGeom>
        <a:solidFill>
          <a:schemeClr val="dk1"/>
        </a:solidFill>
        <a:ln w="38100" cap="flat" cmpd="sng" algn="ctr">
          <a:solidFill>
            <a:schemeClr val="lt1"/>
          </a:solidFill>
          <a:prstDash val="solid"/>
        </a:ln>
        <a:effectLst>
          <a:outerShdw blurRad="40000" dist="20000" dir="5400000" rotWithShape="0">
            <a:srgbClr val="000000">
              <a:alpha val="38000"/>
            </a:srgbClr>
          </a:outerShdw>
        </a:effectLst>
      </dsp:spPr>
      <dsp:style>
        <a:lnRef idx="3">
          <a:schemeClr val="lt1"/>
        </a:lnRef>
        <a:fillRef idx="1">
          <a:schemeClr val="dk1"/>
        </a:fillRef>
        <a:effectRef idx="1">
          <a:schemeClr val="dk1"/>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kern="1200" dirty="0"/>
            <a:t>Execute</a:t>
          </a:r>
          <a:endParaRPr lang="en-AU" sz="1600" kern="1200" dirty="0"/>
        </a:p>
      </dsp:txBody>
      <dsp:txXfrm>
        <a:off x="1278570" y="3039129"/>
        <a:ext cx="1041317" cy="1040422"/>
      </dsp:txXfrm>
    </dsp:sp>
    <dsp:sp modelId="{F4EA6965-C901-4878-9E9F-B2CEDA7F663A}">
      <dsp:nvSpPr>
        <dsp:cNvPr id="0" name=""/>
        <dsp:cNvSpPr/>
      </dsp:nvSpPr>
      <dsp:spPr>
        <a:xfrm rot="16200000">
          <a:off x="1662143" y="2357612"/>
          <a:ext cx="274172" cy="496586"/>
        </a:xfrm>
        <a:prstGeom prst="rightArrow">
          <a:avLst>
            <a:gd name="adj1" fmla="val 60000"/>
            <a:gd name="adj2" fmla="val 50000"/>
          </a:avLst>
        </a:prstGeom>
        <a:solidFill>
          <a:schemeClr val="dk1"/>
        </a:solidFill>
        <a:ln w="38100" cap="flat" cmpd="sng" algn="ctr">
          <a:solidFill>
            <a:schemeClr val="lt1"/>
          </a:solidFill>
          <a:prstDash val="solid"/>
        </a:ln>
        <a:effectLst>
          <a:outerShdw blurRad="40000" dist="20000" dir="5400000" rotWithShape="0">
            <a:srgbClr val="000000">
              <a:alpha val="38000"/>
            </a:srgbClr>
          </a:outerShdw>
        </a:effectLst>
      </dsp:spPr>
      <dsp:style>
        <a:lnRef idx="3">
          <a:schemeClr val="lt1"/>
        </a:lnRef>
        <a:fillRef idx="1">
          <a:schemeClr val="dk1"/>
        </a:fillRef>
        <a:effectRef idx="1">
          <a:schemeClr val="dk1"/>
        </a:effectRef>
        <a:fontRef idx="minor">
          <a:schemeClr val="lt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endParaRPr lang="en-AU" sz="1600" kern="1200"/>
        </a:p>
      </dsp:txBody>
      <dsp:txXfrm>
        <a:off x="1703269" y="2498055"/>
        <a:ext cx="191920" cy="297952"/>
      </dsp:txXfrm>
    </dsp:sp>
    <dsp:sp modelId="{5932B054-15B9-4A3F-8731-D63D64278C21}">
      <dsp:nvSpPr>
        <dsp:cNvPr id="0" name=""/>
        <dsp:cNvSpPr/>
      </dsp:nvSpPr>
      <dsp:spPr>
        <a:xfrm>
          <a:off x="1062906" y="903312"/>
          <a:ext cx="1472645" cy="1471380"/>
        </a:xfrm>
        <a:prstGeom prst="ellipse">
          <a:avLst/>
        </a:prstGeom>
        <a:solidFill>
          <a:schemeClr val="dk1"/>
        </a:solidFill>
        <a:ln w="38100" cap="flat" cmpd="sng" algn="ctr">
          <a:solidFill>
            <a:schemeClr val="lt1"/>
          </a:solidFill>
          <a:prstDash val="solid"/>
        </a:ln>
        <a:effectLst>
          <a:outerShdw blurRad="40000" dist="20000" dir="5400000" rotWithShape="0">
            <a:srgbClr val="000000">
              <a:alpha val="38000"/>
            </a:srgbClr>
          </a:outerShdw>
        </a:effectLst>
      </dsp:spPr>
      <dsp:style>
        <a:lnRef idx="3">
          <a:schemeClr val="lt1"/>
        </a:lnRef>
        <a:fillRef idx="1">
          <a:schemeClr val="dk1"/>
        </a:fillRef>
        <a:effectRef idx="1">
          <a:schemeClr val="dk1"/>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kern="1200" dirty="0"/>
            <a:t>Close &amp; Clean Up</a:t>
          </a:r>
          <a:endParaRPr lang="en-AU" sz="1600" kern="1200" dirty="0"/>
        </a:p>
      </dsp:txBody>
      <dsp:txXfrm>
        <a:off x="1278570" y="1118791"/>
        <a:ext cx="1041317" cy="1040422"/>
      </dsp:txXfrm>
    </dsp:sp>
    <dsp:sp modelId="{C8924EDF-2D37-4EFA-9DE8-DE410C145A32}">
      <dsp:nvSpPr>
        <dsp:cNvPr id="0" name=""/>
        <dsp:cNvSpPr/>
      </dsp:nvSpPr>
      <dsp:spPr>
        <a:xfrm rot="19800000">
          <a:off x="2476719" y="938143"/>
          <a:ext cx="212755" cy="496586"/>
        </a:xfrm>
        <a:prstGeom prst="rightArrow">
          <a:avLst>
            <a:gd name="adj1" fmla="val 60000"/>
            <a:gd name="adj2" fmla="val 50000"/>
          </a:avLst>
        </a:prstGeom>
        <a:solidFill>
          <a:schemeClr val="dk1"/>
        </a:solidFill>
        <a:ln w="38100" cap="flat" cmpd="sng" algn="ctr">
          <a:solidFill>
            <a:schemeClr val="lt1"/>
          </a:solidFill>
          <a:prstDash val="solid"/>
        </a:ln>
        <a:effectLst>
          <a:outerShdw blurRad="40000" dist="20000" dir="5400000" rotWithShape="0">
            <a:srgbClr val="000000">
              <a:alpha val="38000"/>
            </a:srgbClr>
          </a:outerShdw>
        </a:effectLst>
      </dsp:spPr>
      <dsp:style>
        <a:lnRef idx="3">
          <a:schemeClr val="lt1"/>
        </a:lnRef>
        <a:fillRef idx="1">
          <a:schemeClr val="dk1"/>
        </a:fillRef>
        <a:effectRef idx="1">
          <a:schemeClr val="dk1"/>
        </a:effectRef>
        <a:fontRef idx="minor">
          <a:schemeClr val="lt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endParaRPr lang="en-AU" sz="1600" kern="1200"/>
        </a:p>
      </dsp:txBody>
      <dsp:txXfrm>
        <a:off x="2480995" y="1053417"/>
        <a:ext cx="148929" cy="297952"/>
      </dsp:txXfrm>
    </dsp:sp>
  </dsp:spTree>
</dsp:drawing>
</file>

<file path=ppt/diagrams/layout1.xml><?xml version="1.0" encoding="utf-8"?>
<dgm:layoutDef xmlns:dgm="http://schemas.openxmlformats.org/drawingml/2006/diagram" xmlns:a="http://schemas.openxmlformats.org/drawingml/2006/main" uniqueId="urn:microsoft.com/office/officeart/2005/8/layout/cycle2">
  <dgm:title val=""/>
  <dgm:desc val=""/>
  <dgm:catLst>
    <dgm:cat type="cycle" pri="1000"/>
    <dgm:cat type="convert" pri="10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onstrLst>
      <dgm:constr type="w" for="ch" ptType="node" refType="w"/>
      <dgm:constr type="w" for="ch" ptType="sibTrans" refType="w" refFor="ch" refPtType="node" op="equ" fact="0.25"/>
      <dgm:constr type="sibSp" refType="w" refFor="ch" refPtType="node" fact="0.5"/>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sibTransForEach" axis="followSib" ptType="sibTrans" hideLastTrans="0" cnt="1">
            <dgm:layoutNode name="sibTrans">
              <dgm:choose name="Name11">
                <dgm:if name="Name12" axis="par ch" ptType="doc node" func="cnt" op="lt" val="3">
                  <dgm:alg type="conn">
                    <dgm:param type="begPts" val="radial"/>
                    <dgm:param type="endPts" val="radial"/>
                  </dgm:alg>
                </dgm:if>
                <dgm:else name="Name13">
                  <dgm:alg type="conn">
                    <dgm:param type="begPts" val="auto"/>
                    <dgm:param type="endPts" val="auto"/>
                  </dgm:alg>
                </dgm:else>
              </dgm:choose>
              <dgm:shape xmlns:r="http://schemas.openxmlformats.org/officeDocument/2006/relationships" type="conn" r:blip="">
                <dgm:adjLst/>
              </dgm:shape>
              <dgm:presOf axis="self"/>
              <dgm:constrLst>
                <dgm:constr type="h" refType="w" fact="1.35"/>
                <dgm:constr type="connDist"/>
                <dgm:constr type="w" for="ch" refType="connDist" fact="0.45"/>
                <dgm:constr type="h" for="ch" refType="h"/>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14"/>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8427" cy="511731"/>
          </a:xfrm>
          <a:prstGeom prst="rect">
            <a:avLst/>
          </a:prstGeom>
        </p:spPr>
        <p:txBody>
          <a:bodyPr vert="horz" lIns="99075" tIns="49538" rIns="99075" bIns="49538" rtlCol="0"/>
          <a:lstStyle>
            <a:lvl1pPr algn="l">
              <a:defRPr sz="1300"/>
            </a:lvl1pPr>
          </a:lstStyle>
          <a:p>
            <a:endParaRPr lang="en-US" dirty="0"/>
          </a:p>
        </p:txBody>
      </p:sp>
      <p:sp>
        <p:nvSpPr>
          <p:cNvPr id="3" name="Date Placeholder 2"/>
          <p:cNvSpPr>
            <a:spLocks noGrp="1"/>
          </p:cNvSpPr>
          <p:nvPr>
            <p:ph type="dt" idx="1"/>
          </p:nvPr>
        </p:nvSpPr>
        <p:spPr>
          <a:xfrm>
            <a:off x="4023992" y="0"/>
            <a:ext cx="3078427" cy="511731"/>
          </a:xfrm>
          <a:prstGeom prst="rect">
            <a:avLst/>
          </a:prstGeom>
        </p:spPr>
        <p:txBody>
          <a:bodyPr vert="horz" lIns="99075" tIns="49538" rIns="99075" bIns="49538" rtlCol="0"/>
          <a:lstStyle>
            <a:lvl1pPr algn="r">
              <a:defRPr sz="1300"/>
            </a:lvl1pPr>
          </a:lstStyle>
          <a:p>
            <a:fld id="{77EA1514-F326-1840-B15D-D4720038598B}" type="datetimeFigureOut">
              <a:rPr lang="en-US" smtClean="0"/>
              <a:t>2/25/2026</a:t>
            </a:fld>
            <a:endParaRPr lang="en-US" dirty="0"/>
          </a:p>
        </p:txBody>
      </p:sp>
      <p:sp>
        <p:nvSpPr>
          <p:cNvPr id="4" name="Slide Image Placeholder 3"/>
          <p:cNvSpPr>
            <a:spLocks noGrp="1" noRot="1" noChangeAspect="1"/>
          </p:cNvSpPr>
          <p:nvPr>
            <p:ph type="sldImg" idx="2"/>
          </p:nvPr>
        </p:nvSpPr>
        <p:spPr>
          <a:xfrm>
            <a:off x="142875" y="768350"/>
            <a:ext cx="6818313" cy="3836988"/>
          </a:xfrm>
          <a:prstGeom prst="rect">
            <a:avLst/>
          </a:prstGeom>
          <a:noFill/>
          <a:ln w="12700">
            <a:solidFill>
              <a:prstClr val="black"/>
            </a:solidFill>
          </a:ln>
        </p:spPr>
        <p:txBody>
          <a:bodyPr vert="horz" lIns="99075" tIns="49538" rIns="99075" bIns="49538" rtlCol="0" anchor="ctr"/>
          <a:lstStyle/>
          <a:p>
            <a:endParaRPr lang="en-US" dirty="0"/>
          </a:p>
        </p:txBody>
      </p:sp>
      <p:sp>
        <p:nvSpPr>
          <p:cNvPr id="5" name="Notes Placeholder 4"/>
          <p:cNvSpPr>
            <a:spLocks noGrp="1"/>
          </p:cNvSpPr>
          <p:nvPr>
            <p:ph type="body" sz="quarter" idx="3"/>
          </p:nvPr>
        </p:nvSpPr>
        <p:spPr>
          <a:xfrm>
            <a:off x="710407" y="4861441"/>
            <a:ext cx="5683250" cy="4605576"/>
          </a:xfrm>
          <a:prstGeom prst="rect">
            <a:avLst/>
          </a:prstGeom>
        </p:spPr>
        <p:txBody>
          <a:bodyPr vert="horz" lIns="99075" tIns="49538" rIns="99075" bIns="49538" rtlCol="0"/>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6" name="Footer Placeholder 5"/>
          <p:cNvSpPr>
            <a:spLocks noGrp="1"/>
          </p:cNvSpPr>
          <p:nvPr>
            <p:ph type="ftr" sz="quarter" idx="4"/>
          </p:nvPr>
        </p:nvSpPr>
        <p:spPr>
          <a:xfrm>
            <a:off x="0" y="9721106"/>
            <a:ext cx="3078427" cy="511731"/>
          </a:xfrm>
          <a:prstGeom prst="rect">
            <a:avLst/>
          </a:prstGeom>
        </p:spPr>
        <p:txBody>
          <a:bodyPr vert="horz" lIns="99075" tIns="49538" rIns="99075" bIns="49538" rtlCol="0" anchor="b"/>
          <a:lstStyle>
            <a:lvl1pPr algn="l">
              <a:defRPr sz="1300"/>
            </a:lvl1pPr>
          </a:lstStyle>
          <a:p>
            <a:endParaRPr lang="en-US" dirty="0"/>
          </a:p>
        </p:txBody>
      </p:sp>
      <p:sp>
        <p:nvSpPr>
          <p:cNvPr id="7" name="Slide Number Placeholder 6"/>
          <p:cNvSpPr>
            <a:spLocks noGrp="1"/>
          </p:cNvSpPr>
          <p:nvPr>
            <p:ph type="sldNum" sz="quarter" idx="5"/>
          </p:nvPr>
        </p:nvSpPr>
        <p:spPr>
          <a:xfrm>
            <a:off x="4023992" y="9721106"/>
            <a:ext cx="3078427" cy="511731"/>
          </a:xfrm>
          <a:prstGeom prst="rect">
            <a:avLst/>
          </a:prstGeom>
        </p:spPr>
        <p:txBody>
          <a:bodyPr vert="horz" lIns="99075" tIns="49538" rIns="99075" bIns="49538" rtlCol="0" anchor="b"/>
          <a:lstStyle>
            <a:lvl1pPr algn="r">
              <a:defRPr sz="1300"/>
            </a:lvl1pPr>
          </a:lstStyle>
          <a:p>
            <a:fld id="{BA3E024E-F835-6D45-89C3-0E2F93EE799A}" type="slidenum">
              <a:rPr lang="en-US" smtClean="0"/>
              <a:t>‹#›</a:t>
            </a:fld>
            <a:endParaRPr lang="en-US" dirty="0"/>
          </a:p>
        </p:txBody>
      </p:sp>
    </p:spTree>
    <p:extLst>
      <p:ext uri="{BB962C8B-B14F-4D97-AF65-F5344CB8AC3E}">
        <p14:creationId xmlns:p14="http://schemas.microsoft.com/office/powerpoint/2010/main" val="37035772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A3E024E-F835-6D45-89C3-0E2F93EE799A}" type="slidenum">
              <a:rPr lang="en-US" smtClean="0"/>
              <a:t>1</a:t>
            </a:fld>
            <a:endParaRPr lang="en-US" dirty="0"/>
          </a:p>
        </p:txBody>
      </p:sp>
    </p:spTree>
    <p:extLst>
      <p:ext uri="{BB962C8B-B14F-4D97-AF65-F5344CB8AC3E}">
        <p14:creationId xmlns:p14="http://schemas.microsoft.com/office/powerpoint/2010/main" val="8220450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A3E024E-F835-6D45-89C3-0E2F93EE799A}" type="slidenum">
              <a:rPr lang="en-US" smtClean="0"/>
              <a:t>2</a:t>
            </a:fld>
            <a:endParaRPr lang="en-US" dirty="0"/>
          </a:p>
        </p:txBody>
      </p:sp>
    </p:spTree>
    <p:extLst>
      <p:ext uri="{BB962C8B-B14F-4D97-AF65-F5344CB8AC3E}">
        <p14:creationId xmlns:p14="http://schemas.microsoft.com/office/powerpoint/2010/main" val="30036958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A3E024E-F835-6D45-89C3-0E2F93EE799A}" type="slidenum">
              <a:rPr lang="en-US" smtClean="0"/>
              <a:t>3</a:t>
            </a:fld>
            <a:endParaRPr lang="en-US" dirty="0"/>
          </a:p>
        </p:txBody>
      </p:sp>
    </p:spTree>
    <p:extLst>
      <p:ext uri="{BB962C8B-B14F-4D97-AF65-F5344CB8AC3E}">
        <p14:creationId xmlns:p14="http://schemas.microsoft.com/office/powerpoint/2010/main" val="356997841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A3E024E-F835-6D45-89C3-0E2F93EE799A}" type="slidenum">
              <a:rPr lang="en-US" smtClean="0"/>
              <a:t>4</a:t>
            </a:fld>
            <a:endParaRPr lang="en-US" dirty="0"/>
          </a:p>
        </p:txBody>
      </p:sp>
    </p:spTree>
    <p:extLst>
      <p:ext uri="{BB962C8B-B14F-4D97-AF65-F5344CB8AC3E}">
        <p14:creationId xmlns:p14="http://schemas.microsoft.com/office/powerpoint/2010/main" val="36190185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A3E024E-F835-6D45-89C3-0E2F93EE799A}" type="slidenum">
              <a:rPr lang="en-US" smtClean="0"/>
              <a:t>5</a:t>
            </a:fld>
            <a:endParaRPr lang="en-US" dirty="0"/>
          </a:p>
        </p:txBody>
      </p:sp>
    </p:spTree>
    <p:extLst>
      <p:ext uri="{BB962C8B-B14F-4D97-AF65-F5344CB8AC3E}">
        <p14:creationId xmlns:p14="http://schemas.microsoft.com/office/powerpoint/2010/main" val="29995508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CI/CD ⇒ Continuous Integration / Continuous Deployment</a:t>
            </a:r>
          </a:p>
          <a:p>
            <a:endParaRPr lang="en-US" dirty="0"/>
          </a:p>
        </p:txBody>
      </p:sp>
      <p:sp>
        <p:nvSpPr>
          <p:cNvPr id="4" name="Slide Number Placeholder 3"/>
          <p:cNvSpPr>
            <a:spLocks noGrp="1"/>
          </p:cNvSpPr>
          <p:nvPr>
            <p:ph type="sldNum" sz="quarter" idx="5"/>
          </p:nvPr>
        </p:nvSpPr>
        <p:spPr/>
        <p:txBody>
          <a:bodyPr/>
          <a:lstStyle/>
          <a:p>
            <a:fld id="{BA3E024E-F835-6D45-89C3-0E2F93EE799A}" type="slidenum">
              <a:rPr lang="en-US" smtClean="0"/>
              <a:t>6</a:t>
            </a:fld>
            <a:endParaRPr lang="en-US" dirty="0"/>
          </a:p>
        </p:txBody>
      </p:sp>
    </p:spTree>
    <p:extLst>
      <p:ext uri="{BB962C8B-B14F-4D97-AF65-F5344CB8AC3E}">
        <p14:creationId xmlns:p14="http://schemas.microsoft.com/office/powerpoint/2010/main" val="25824529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https://</a:t>
            </a:r>
            <a:r>
              <a:rPr lang="en-US" sz="1200" dirty="0" err="1"/>
              <a:t>www.youtube.com</a:t>
            </a:r>
            <a:r>
              <a:rPr lang="en-US" sz="1200" dirty="0"/>
              <a:t>/</a:t>
            </a:r>
            <a:r>
              <a:rPr lang="en-US" sz="1200" dirty="0" err="1"/>
              <a:t>watch?v</a:t>
            </a:r>
            <a:r>
              <a:rPr lang="en-US" sz="1200"/>
              <a:t>=1Lfv5tUGsn8 </a:t>
            </a:r>
          </a:p>
          <a:p>
            <a:endParaRPr lang="en-US"/>
          </a:p>
        </p:txBody>
      </p:sp>
      <p:sp>
        <p:nvSpPr>
          <p:cNvPr id="4" name="Slide Number Placeholder 3"/>
          <p:cNvSpPr>
            <a:spLocks noGrp="1"/>
          </p:cNvSpPr>
          <p:nvPr>
            <p:ph type="sldNum" sz="quarter" idx="5"/>
          </p:nvPr>
        </p:nvSpPr>
        <p:spPr/>
        <p:txBody>
          <a:bodyPr/>
          <a:lstStyle/>
          <a:p>
            <a:fld id="{BA3E024E-F835-6D45-89C3-0E2F93EE799A}" type="slidenum">
              <a:rPr lang="en-US" smtClean="0"/>
              <a:t>7</a:t>
            </a:fld>
            <a:endParaRPr lang="en-US" dirty="0"/>
          </a:p>
        </p:txBody>
      </p:sp>
    </p:spTree>
    <p:extLst>
      <p:ext uri="{BB962C8B-B14F-4D97-AF65-F5344CB8AC3E}">
        <p14:creationId xmlns:p14="http://schemas.microsoft.com/office/powerpoint/2010/main" val="278732122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A3E024E-F835-6D45-89C3-0E2F93EE799A}" type="slidenum">
              <a:rPr lang="en-US" smtClean="0"/>
              <a:t>10</a:t>
            </a:fld>
            <a:endParaRPr lang="en-US" dirty="0"/>
          </a:p>
        </p:txBody>
      </p:sp>
    </p:spTree>
    <p:extLst>
      <p:ext uri="{BB962C8B-B14F-4D97-AF65-F5344CB8AC3E}">
        <p14:creationId xmlns:p14="http://schemas.microsoft.com/office/powerpoint/2010/main" val="30707518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A3E024E-F835-6D45-89C3-0E2F93EE799A}" type="slidenum">
              <a:rPr lang="en-US" smtClean="0"/>
              <a:t>11</a:t>
            </a:fld>
            <a:endParaRPr lang="en-US" dirty="0"/>
          </a:p>
        </p:txBody>
      </p:sp>
    </p:spTree>
    <p:extLst>
      <p:ext uri="{BB962C8B-B14F-4D97-AF65-F5344CB8AC3E}">
        <p14:creationId xmlns:p14="http://schemas.microsoft.com/office/powerpoint/2010/main" val="325522361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A3E024E-F835-6D45-89C3-0E2F93EE799A}" type="slidenum">
              <a:rPr lang="en-US" smtClean="0"/>
              <a:t>12</a:t>
            </a:fld>
            <a:endParaRPr lang="en-US" dirty="0"/>
          </a:p>
        </p:txBody>
      </p:sp>
    </p:spTree>
    <p:extLst>
      <p:ext uri="{BB962C8B-B14F-4D97-AF65-F5344CB8AC3E}">
        <p14:creationId xmlns:p14="http://schemas.microsoft.com/office/powerpoint/2010/main" val="123541430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just an example of how you can set up your project. For very simple project, like the one in Exercise 1, you don't need to do this. Just put the unit tests in the same folder as the source code. </a:t>
            </a:r>
          </a:p>
        </p:txBody>
      </p:sp>
      <p:sp>
        <p:nvSpPr>
          <p:cNvPr id="4" name="Slide Number Placeholder 3"/>
          <p:cNvSpPr>
            <a:spLocks noGrp="1"/>
          </p:cNvSpPr>
          <p:nvPr>
            <p:ph type="sldNum" sz="quarter" idx="5"/>
          </p:nvPr>
        </p:nvSpPr>
        <p:spPr/>
        <p:txBody>
          <a:bodyPr/>
          <a:lstStyle/>
          <a:p>
            <a:fld id="{BA3E024E-F835-6D45-89C3-0E2F93EE799A}" type="slidenum">
              <a:rPr lang="en-US" smtClean="0"/>
              <a:t>13</a:t>
            </a:fld>
            <a:endParaRPr lang="en-US" dirty="0"/>
          </a:p>
        </p:txBody>
      </p:sp>
    </p:spTree>
    <p:extLst>
      <p:ext uri="{BB962C8B-B14F-4D97-AF65-F5344CB8AC3E}">
        <p14:creationId xmlns:p14="http://schemas.microsoft.com/office/powerpoint/2010/main" val="75150679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method </a:t>
            </a:r>
            <a:r>
              <a:rPr lang="en-US" dirty="0" err="1"/>
              <a:t>setUp</a:t>
            </a:r>
            <a:r>
              <a:rPr lang="en-US" dirty="0"/>
              <a:t> is called before each and every test in the class. </a:t>
            </a:r>
          </a:p>
          <a:p>
            <a:r>
              <a:rPr lang="en-US" dirty="0"/>
              <a:t>That way, each test can run from a pre-defined state, in this case using an empty stack with a capacity of three elements.</a:t>
            </a:r>
          </a:p>
          <a:p>
            <a:r>
              <a:rPr lang="en-US" dirty="0"/>
              <a:t>It also prevents code duplication, as you don’t have to instantiate a Stack object for each test.</a:t>
            </a:r>
            <a:endParaRPr lang="en-AU" dirty="0"/>
          </a:p>
        </p:txBody>
      </p:sp>
      <p:sp>
        <p:nvSpPr>
          <p:cNvPr id="4" name="Slide Number Placeholder 3"/>
          <p:cNvSpPr>
            <a:spLocks noGrp="1"/>
          </p:cNvSpPr>
          <p:nvPr>
            <p:ph type="sldNum" sz="quarter" idx="5"/>
          </p:nvPr>
        </p:nvSpPr>
        <p:spPr/>
        <p:txBody>
          <a:bodyPr/>
          <a:lstStyle/>
          <a:p>
            <a:fld id="{BA3E024E-F835-6D45-89C3-0E2F93EE799A}" type="slidenum">
              <a:rPr lang="en-US" smtClean="0"/>
              <a:t>15</a:t>
            </a:fld>
            <a:endParaRPr lang="en-US" dirty="0"/>
          </a:p>
        </p:txBody>
      </p:sp>
    </p:spTree>
    <p:extLst>
      <p:ext uri="{BB962C8B-B14F-4D97-AF65-F5344CB8AC3E}">
        <p14:creationId xmlns:p14="http://schemas.microsoft.com/office/powerpoint/2010/main" val="127087366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See mocking examples</a:t>
            </a:r>
          </a:p>
        </p:txBody>
      </p:sp>
      <p:sp>
        <p:nvSpPr>
          <p:cNvPr id="4" name="Slide Number Placeholder 3"/>
          <p:cNvSpPr>
            <a:spLocks noGrp="1"/>
          </p:cNvSpPr>
          <p:nvPr>
            <p:ph type="sldNum" sz="quarter" idx="5"/>
          </p:nvPr>
        </p:nvSpPr>
        <p:spPr/>
        <p:txBody>
          <a:bodyPr/>
          <a:lstStyle/>
          <a:p>
            <a:fld id="{BA3E024E-F835-6D45-89C3-0E2F93EE799A}" type="slidenum">
              <a:rPr lang="en-US" smtClean="0"/>
              <a:t>16</a:t>
            </a:fld>
            <a:endParaRPr lang="en-US" dirty="0"/>
          </a:p>
        </p:txBody>
      </p:sp>
    </p:spTree>
    <p:extLst>
      <p:ext uri="{BB962C8B-B14F-4D97-AF65-F5344CB8AC3E}">
        <p14:creationId xmlns:p14="http://schemas.microsoft.com/office/powerpoint/2010/main" val="60647572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assert method tests that the return value from the method </a:t>
            </a:r>
            <a:r>
              <a:rPr lang="en-US" dirty="0" err="1"/>
              <a:t>is_empty</a:t>
            </a:r>
            <a:r>
              <a:rPr lang="en-US" dirty="0"/>
              <a:t>() is indeed True for an empty Stack. If the methods returns False, an exception is raised, and the test fails.</a:t>
            </a:r>
          </a:p>
          <a:p>
            <a:r>
              <a:rPr lang="en-US" dirty="0"/>
              <a:t>If you’re expecting a False result, you can also use the </a:t>
            </a:r>
            <a:r>
              <a:rPr lang="en-US" dirty="0" err="1"/>
              <a:t>self.assertFalse</a:t>
            </a:r>
            <a:r>
              <a:rPr lang="en-US" dirty="0"/>
              <a:t>() method of the test class.</a:t>
            </a:r>
          </a:p>
          <a:p>
            <a:endParaRPr lang="en-AU" dirty="0"/>
          </a:p>
        </p:txBody>
      </p:sp>
      <p:sp>
        <p:nvSpPr>
          <p:cNvPr id="4" name="Slide Number Placeholder 3"/>
          <p:cNvSpPr>
            <a:spLocks noGrp="1"/>
          </p:cNvSpPr>
          <p:nvPr>
            <p:ph type="sldNum" sz="quarter" idx="5"/>
          </p:nvPr>
        </p:nvSpPr>
        <p:spPr/>
        <p:txBody>
          <a:bodyPr/>
          <a:lstStyle/>
          <a:p>
            <a:fld id="{BA3E024E-F835-6D45-89C3-0E2F93EE799A}" type="slidenum">
              <a:rPr lang="en-US" smtClean="0"/>
              <a:t>17</a:t>
            </a:fld>
            <a:endParaRPr lang="en-US" dirty="0"/>
          </a:p>
        </p:txBody>
      </p:sp>
    </p:spTree>
    <p:extLst>
      <p:ext uri="{BB962C8B-B14F-4D97-AF65-F5344CB8AC3E}">
        <p14:creationId xmlns:p14="http://schemas.microsoft.com/office/powerpoint/2010/main" val="10726808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BA3E024E-F835-6D45-89C3-0E2F93EE799A}" type="slidenum">
              <a:rPr lang="en-US" smtClean="0"/>
              <a:t>20</a:t>
            </a:fld>
            <a:endParaRPr lang="en-US" dirty="0"/>
          </a:p>
        </p:txBody>
      </p:sp>
    </p:spTree>
    <p:extLst>
      <p:ext uri="{BB962C8B-B14F-4D97-AF65-F5344CB8AC3E}">
        <p14:creationId xmlns:p14="http://schemas.microsoft.com/office/powerpoint/2010/main" val="305541393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technique uses a context manager (the “with” statement).</a:t>
            </a:r>
          </a:p>
          <a:p>
            <a:endParaRPr lang="en-AU" dirty="0"/>
          </a:p>
        </p:txBody>
      </p:sp>
      <p:sp>
        <p:nvSpPr>
          <p:cNvPr id="4" name="Slide Number Placeholder 3"/>
          <p:cNvSpPr>
            <a:spLocks noGrp="1"/>
          </p:cNvSpPr>
          <p:nvPr>
            <p:ph type="sldNum" sz="quarter" idx="5"/>
          </p:nvPr>
        </p:nvSpPr>
        <p:spPr/>
        <p:txBody>
          <a:bodyPr/>
          <a:lstStyle/>
          <a:p>
            <a:fld id="{BA3E024E-F835-6D45-89C3-0E2F93EE799A}" type="slidenum">
              <a:rPr lang="en-US" smtClean="0"/>
              <a:t>21</a:t>
            </a:fld>
            <a:endParaRPr lang="en-US" dirty="0"/>
          </a:p>
        </p:txBody>
      </p:sp>
    </p:spTree>
    <p:extLst>
      <p:ext uri="{BB962C8B-B14F-4D97-AF65-F5344CB8AC3E}">
        <p14:creationId xmlns:p14="http://schemas.microsoft.com/office/powerpoint/2010/main" val="96178349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technique uses a context manager (the “with” statement).</a:t>
            </a:r>
          </a:p>
          <a:p>
            <a:endParaRPr lang="en-AU" dirty="0"/>
          </a:p>
        </p:txBody>
      </p:sp>
      <p:sp>
        <p:nvSpPr>
          <p:cNvPr id="4" name="Slide Number Placeholder 3"/>
          <p:cNvSpPr>
            <a:spLocks noGrp="1"/>
          </p:cNvSpPr>
          <p:nvPr>
            <p:ph type="sldNum" sz="quarter" idx="5"/>
          </p:nvPr>
        </p:nvSpPr>
        <p:spPr/>
        <p:txBody>
          <a:bodyPr/>
          <a:lstStyle/>
          <a:p>
            <a:fld id="{BA3E024E-F835-6D45-89C3-0E2F93EE799A}" type="slidenum">
              <a:rPr lang="en-US" smtClean="0"/>
              <a:t>22</a:t>
            </a:fld>
            <a:endParaRPr lang="en-US" dirty="0"/>
          </a:p>
        </p:txBody>
      </p:sp>
    </p:spTree>
    <p:extLst>
      <p:ext uri="{BB962C8B-B14F-4D97-AF65-F5344CB8AC3E}">
        <p14:creationId xmlns:p14="http://schemas.microsoft.com/office/powerpoint/2010/main" val="266065462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BA3E024E-F835-6D45-89C3-0E2F93EE799A}" type="slidenum">
              <a:rPr lang="en-US" smtClean="0"/>
              <a:t>23</a:t>
            </a:fld>
            <a:endParaRPr lang="en-US" dirty="0"/>
          </a:p>
        </p:txBody>
      </p:sp>
    </p:spTree>
    <p:extLst>
      <p:ext uri="{BB962C8B-B14F-4D97-AF65-F5344CB8AC3E}">
        <p14:creationId xmlns:p14="http://schemas.microsoft.com/office/powerpoint/2010/main" val="212637146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A3E024E-F835-6D45-89C3-0E2F93EE799A}" type="slidenum">
              <a:rPr lang="en-US" smtClean="0"/>
              <a:t>25</a:t>
            </a:fld>
            <a:endParaRPr lang="en-US" dirty="0"/>
          </a:p>
        </p:txBody>
      </p:sp>
    </p:spTree>
    <p:extLst>
      <p:ext uri="{BB962C8B-B14F-4D97-AF65-F5344CB8AC3E}">
        <p14:creationId xmlns:p14="http://schemas.microsoft.com/office/powerpoint/2010/main" val="350397641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BA3E024E-F835-6D45-89C3-0E2F93EE799A}" type="slidenum">
              <a:rPr lang="en-US" smtClean="0"/>
              <a:t>26</a:t>
            </a:fld>
            <a:endParaRPr lang="en-US" dirty="0"/>
          </a:p>
        </p:txBody>
      </p:sp>
    </p:spTree>
    <p:extLst>
      <p:ext uri="{BB962C8B-B14F-4D97-AF65-F5344CB8AC3E}">
        <p14:creationId xmlns:p14="http://schemas.microsoft.com/office/powerpoint/2010/main" val="182118409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BA3E024E-F835-6D45-89C3-0E2F93EE799A}" type="slidenum">
              <a:rPr lang="en-US" smtClean="0"/>
              <a:t>27</a:t>
            </a:fld>
            <a:endParaRPr lang="en-US" dirty="0"/>
          </a:p>
        </p:txBody>
      </p:sp>
    </p:spTree>
    <p:extLst>
      <p:ext uri="{BB962C8B-B14F-4D97-AF65-F5344CB8AC3E}">
        <p14:creationId xmlns:p14="http://schemas.microsoft.com/office/powerpoint/2010/main" val="12865549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BA3E024E-F835-6D45-89C3-0E2F93EE799A}" type="slidenum">
              <a:rPr lang="en-US" smtClean="0"/>
              <a:t>28</a:t>
            </a:fld>
            <a:endParaRPr lang="en-US" dirty="0"/>
          </a:p>
        </p:txBody>
      </p:sp>
    </p:spTree>
    <p:extLst>
      <p:ext uri="{BB962C8B-B14F-4D97-AF65-F5344CB8AC3E}">
        <p14:creationId xmlns:p14="http://schemas.microsoft.com/office/powerpoint/2010/main" val="346435987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many </a:t>
            </a:r>
            <a:r>
              <a:rPr lang="en-US" dirty="0" err="1"/>
              <a:t>builtins</a:t>
            </a:r>
            <a:r>
              <a:rPr lang="en-US" dirty="0"/>
              <a:t> you can replicate</a:t>
            </a:r>
            <a:endParaRPr lang="en-AU" dirty="0"/>
          </a:p>
        </p:txBody>
      </p:sp>
      <p:sp>
        <p:nvSpPr>
          <p:cNvPr id="4" name="Slide Number Placeholder 3"/>
          <p:cNvSpPr>
            <a:spLocks noGrp="1"/>
          </p:cNvSpPr>
          <p:nvPr>
            <p:ph type="sldNum" sz="quarter" idx="5"/>
          </p:nvPr>
        </p:nvSpPr>
        <p:spPr/>
        <p:txBody>
          <a:bodyPr/>
          <a:lstStyle/>
          <a:p>
            <a:fld id="{BA3E024E-F835-6D45-89C3-0E2F93EE799A}" type="slidenum">
              <a:rPr lang="en-US" smtClean="0"/>
              <a:t>29</a:t>
            </a:fld>
            <a:endParaRPr lang="en-US" dirty="0"/>
          </a:p>
        </p:txBody>
      </p:sp>
    </p:spTree>
    <p:extLst>
      <p:ext uri="{BB962C8B-B14F-4D97-AF65-F5344CB8AC3E}">
        <p14:creationId xmlns:p14="http://schemas.microsoft.com/office/powerpoint/2010/main" val="308636493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BA3E024E-F835-6D45-89C3-0E2F93EE799A}" type="slidenum">
              <a:rPr lang="en-US" smtClean="0"/>
              <a:t>30</a:t>
            </a:fld>
            <a:endParaRPr lang="en-US" dirty="0"/>
          </a:p>
        </p:txBody>
      </p:sp>
    </p:spTree>
    <p:extLst>
      <p:ext uri="{BB962C8B-B14F-4D97-AF65-F5344CB8AC3E}">
        <p14:creationId xmlns:p14="http://schemas.microsoft.com/office/powerpoint/2010/main" val="137172646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BA3E024E-F835-6D45-89C3-0E2F93EE799A}" type="slidenum">
              <a:rPr lang="en-US" smtClean="0"/>
              <a:t>31</a:t>
            </a:fld>
            <a:endParaRPr lang="en-US" dirty="0"/>
          </a:p>
        </p:txBody>
      </p:sp>
    </p:spTree>
    <p:extLst>
      <p:ext uri="{BB962C8B-B14F-4D97-AF65-F5344CB8AC3E}">
        <p14:creationId xmlns:p14="http://schemas.microsoft.com/office/powerpoint/2010/main" val="34544809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2_Title Slide">
    <p:spTree>
      <p:nvGrpSpPr>
        <p:cNvPr id="1" name=""/>
        <p:cNvGrpSpPr/>
        <p:nvPr/>
      </p:nvGrpSpPr>
      <p:grpSpPr>
        <a:xfrm>
          <a:off x="0" y="0"/>
          <a:ext cx="0" cy="0"/>
          <a:chOff x="0" y="0"/>
          <a:chExt cx="0" cy="0"/>
        </a:xfrm>
      </p:grpSpPr>
      <p:sp>
        <p:nvSpPr>
          <p:cNvPr id="11" name="Rounded Rectangle 10"/>
          <p:cNvSpPr/>
          <p:nvPr userDrawn="1"/>
        </p:nvSpPr>
        <p:spPr>
          <a:xfrm>
            <a:off x="920424" y="691642"/>
            <a:ext cx="10360351" cy="5616575"/>
          </a:xfrm>
          <a:prstGeom prst="roundRect">
            <a:avLst>
              <a:gd name="adj" fmla="val 766"/>
            </a:avLst>
          </a:prstGeom>
          <a:solidFill>
            <a:srgbClr val="D81C24">
              <a:alpha val="14902"/>
            </a:srgbClr>
          </a:solidFill>
          <a:ln>
            <a:solidFill>
              <a:srgbClr val="D81C2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sz="1600">
              <a:latin typeface="+mj-lt"/>
            </a:endParaRPr>
          </a:p>
        </p:txBody>
      </p:sp>
      <p:sp>
        <p:nvSpPr>
          <p:cNvPr id="4" name="Date Placeholder 3"/>
          <p:cNvSpPr>
            <a:spLocks noGrp="1"/>
          </p:cNvSpPr>
          <p:nvPr>
            <p:ph type="dt" sz="half" idx="10"/>
          </p:nvPr>
        </p:nvSpPr>
        <p:spPr/>
        <p:txBody>
          <a:bodyPr/>
          <a:lstStyle/>
          <a:p>
            <a:fld id="{56F489C6-6277-454E-AECF-6C3872A9450F}" type="datetimeFigureOut">
              <a:rPr lang="en-US" smtClean="0"/>
              <a:t>2/25/2026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41F46F4-8938-5C4A-A3E0-434D3C3588F4}" type="slidenum">
              <a:rPr lang="en-US" smtClean="0"/>
              <a:t>‹#›</a:t>
            </a:fld>
            <a:endParaRPr lang="en-US" dirty="0"/>
          </a:p>
        </p:txBody>
      </p:sp>
      <p:sp>
        <p:nvSpPr>
          <p:cNvPr id="2" name="Title 1"/>
          <p:cNvSpPr>
            <a:spLocks noGrp="1"/>
          </p:cNvSpPr>
          <p:nvPr>
            <p:ph type="ctrTitle" hasCustomPrompt="1"/>
          </p:nvPr>
        </p:nvSpPr>
        <p:spPr>
          <a:xfrm>
            <a:off x="1051133" y="1293778"/>
            <a:ext cx="10084038" cy="1396829"/>
          </a:xfrm>
          <a:prstGeom prst="rect">
            <a:avLst/>
          </a:prstGeom>
          <a:noFill/>
        </p:spPr>
        <p:txBody>
          <a:bodyPr anchor="t"/>
          <a:lstStyle>
            <a:lvl1pPr>
              <a:defRPr>
                <a:solidFill>
                  <a:schemeClr val="bg1">
                    <a:lumMod val="95000"/>
                  </a:schemeClr>
                </a:solidFill>
                <a:latin typeface="+mj-lt"/>
              </a:defRPr>
            </a:lvl1pPr>
          </a:lstStyle>
          <a:p>
            <a:r>
              <a:rPr lang="en-AU" noProof="0" dirty="0"/>
              <a:t>Session/Presentation Title</a:t>
            </a:r>
          </a:p>
        </p:txBody>
      </p:sp>
      <p:sp>
        <p:nvSpPr>
          <p:cNvPr id="10" name="Table Placeholder 9"/>
          <p:cNvSpPr>
            <a:spLocks noGrp="1"/>
          </p:cNvSpPr>
          <p:nvPr>
            <p:ph type="tbl" sz="quarter" idx="13" hasCustomPrompt="1"/>
          </p:nvPr>
        </p:nvSpPr>
        <p:spPr>
          <a:xfrm>
            <a:off x="1051131" y="4732016"/>
            <a:ext cx="10084039" cy="1450021"/>
          </a:xfrm>
          <a:noFill/>
        </p:spPr>
        <p:txBody>
          <a:bodyPr anchor="t">
            <a:normAutofit/>
          </a:bodyPr>
          <a:lstStyle>
            <a:lvl1pPr marL="0" indent="0">
              <a:buNone/>
              <a:defRPr sz="1400" baseline="0">
                <a:solidFill>
                  <a:schemeClr val="bg1">
                    <a:lumMod val="75000"/>
                  </a:schemeClr>
                </a:solidFill>
                <a:latin typeface="+mj-lt"/>
              </a:defRPr>
            </a:lvl1pPr>
          </a:lstStyle>
          <a:p>
            <a:r>
              <a:rPr lang="en-AU" dirty="0"/>
              <a:t>Replace this with a table of units – 2 columns – National ID and Title</a:t>
            </a:r>
          </a:p>
        </p:txBody>
      </p:sp>
      <p:sp>
        <p:nvSpPr>
          <p:cNvPr id="12" name="Text Placeholder 11"/>
          <p:cNvSpPr>
            <a:spLocks noGrp="1"/>
          </p:cNvSpPr>
          <p:nvPr>
            <p:ph type="body" sz="quarter" idx="14" hasCustomPrompt="1"/>
          </p:nvPr>
        </p:nvSpPr>
        <p:spPr>
          <a:xfrm>
            <a:off x="1051132" y="819761"/>
            <a:ext cx="10084039" cy="341659"/>
          </a:xfrm>
          <a:noFill/>
        </p:spPr>
        <p:txBody>
          <a:bodyPr anchor="ctr">
            <a:noAutofit/>
          </a:bodyPr>
          <a:lstStyle>
            <a:lvl1pPr marL="0" indent="0" algn="l">
              <a:buNone/>
              <a:defRPr sz="1800" baseline="0">
                <a:solidFill>
                  <a:schemeClr val="bg1">
                    <a:lumMod val="75000"/>
                  </a:schemeClr>
                </a:solidFill>
                <a:latin typeface="+mj-lt"/>
              </a:defRPr>
            </a:lvl1pPr>
          </a:lstStyle>
          <a:p>
            <a:pPr lvl="0"/>
            <a:r>
              <a:rPr lang="en-AU" dirty="0"/>
              <a:t>Week/Session 00</a:t>
            </a:r>
          </a:p>
        </p:txBody>
      </p:sp>
      <p:sp>
        <p:nvSpPr>
          <p:cNvPr id="8" name="Text Placeholder 7"/>
          <p:cNvSpPr>
            <a:spLocks noGrp="1"/>
          </p:cNvSpPr>
          <p:nvPr>
            <p:ph type="body" sz="quarter" idx="15" hasCustomPrompt="1"/>
          </p:nvPr>
        </p:nvSpPr>
        <p:spPr>
          <a:xfrm>
            <a:off x="1051130" y="4211303"/>
            <a:ext cx="10084038" cy="428986"/>
          </a:xfrm>
          <a:noFill/>
        </p:spPr>
        <p:txBody>
          <a:bodyPr vert="horz" lIns="91440" tIns="45720" rIns="91440" bIns="45720" rtlCol="0" anchor="ctr">
            <a:noAutofit/>
          </a:bodyPr>
          <a:lstStyle>
            <a:lvl1pPr marL="0" marR="0" indent="0" algn="l" defTabSz="457200" rtl="0" eaLnBrk="1" fontAlgn="auto" latinLnBrk="0" hangingPunct="1">
              <a:lnSpc>
                <a:spcPct val="100000"/>
              </a:lnSpc>
              <a:spcBef>
                <a:spcPct val="20000"/>
              </a:spcBef>
              <a:spcAft>
                <a:spcPts val="0"/>
              </a:spcAft>
              <a:buClrTx/>
              <a:buSzTx/>
              <a:buFont typeface="Arial"/>
              <a:buNone/>
              <a:tabLst/>
              <a:defRPr lang="en-AU" sz="1600" b="0" dirty="0">
                <a:solidFill>
                  <a:schemeClr val="bg1">
                    <a:lumMod val="95000"/>
                  </a:schemeClr>
                </a:solidFill>
                <a:latin typeface="+mj-lt"/>
              </a:defRPr>
            </a:lvl1pPr>
          </a:lstStyle>
          <a:p>
            <a:pPr marL="0" marR="0" lvl="0" indent="0" algn="l" defTabSz="457200" rtl="0" eaLnBrk="1" fontAlgn="auto" latinLnBrk="0" hangingPunct="1">
              <a:lnSpc>
                <a:spcPct val="100000"/>
              </a:lnSpc>
              <a:spcBef>
                <a:spcPct val="20000"/>
              </a:spcBef>
              <a:spcAft>
                <a:spcPts val="0"/>
              </a:spcAft>
              <a:buClrTx/>
              <a:buSzTx/>
              <a:buFont typeface="Arial"/>
              <a:buNone/>
              <a:tabLst/>
              <a:defRPr/>
            </a:pPr>
            <a:r>
              <a:rPr lang="en-US" noProof="0" dirty="0"/>
              <a:t>Cluster Name</a:t>
            </a:r>
            <a:endParaRPr lang="en-AU" dirty="0"/>
          </a:p>
        </p:txBody>
      </p:sp>
      <p:sp>
        <p:nvSpPr>
          <p:cNvPr id="9" name="TextBox 8"/>
          <p:cNvSpPr txBox="1"/>
          <p:nvPr userDrawn="1"/>
        </p:nvSpPr>
        <p:spPr>
          <a:xfrm>
            <a:off x="1051132" y="2852738"/>
            <a:ext cx="1871530" cy="572303"/>
          </a:xfrm>
          <a:prstGeom prst="rect">
            <a:avLst/>
          </a:prstGeom>
          <a:noFill/>
        </p:spPr>
        <p:txBody>
          <a:bodyPr vert="horz" lIns="91440" tIns="45720" rIns="91440" bIns="45720" rtlCol="0" anchor="ctr">
            <a:noAutofit/>
          </a:bodyPr>
          <a:lstStyle>
            <a:lvl1pPr indent="0">
              <a:spcBef>
                <a:spcPct val="20000"/>
              </a:spcBef>
              <a:buFont typeface="Arial"/>
              <a:buNone/>
              <a:defRPr sz="2800" baseline="0">
                <a:solidFill>
                  <a:schemeClr val="bg1">
                    <a:lumMod val="75000"/>
                  </a:schemeClr>
                </a:solidFill>
              </a:defRPr>
            </a:lvl1pPr>
            <a:lvl2pPr indent="0" algn="ctr">
              <a:spcBef>
                <a:spcPct val="20000"/>
              </a:spcBef>
              <a:buFont typeface="Arial"/>
              <a:buNone/>
              <a:defRPr sz="2800" baseline="0">
                <a:solidFill>
                  <a:schemeClr val="tx1">
                    <a:tint val="75000"/>
                  </a:schemeClr>
                </a:solidFill>
              </a:defRPr>
            </a:lvl2pPr>
            <a:lvl3pPr indent="0" algn="ctr">
              <a:spcBef>
                <a:spcPct val="20000"/>
              </a:spcBef>
              <a:buFont typeface="Arial"/>
              <a:buNone/>
              <a:defRPr sz="2400" baseline="0">
                <a:solidFill>
                  <a:schemeClr val="tx1">
                    <a:tint val="75000"/>
                  </a:schemeClr>
                </a:solidFill>
              </a:defRPr>
            </a:lvl3pPr>
            <a:lvl4pPr indent="0" algn="ctr">
              <a:spcBef>
                <a:spcPct val="20000"/>
              </a:spcBef>
              <a:buFont typeface="Arial"/>
              <a:buNone/>
              <a:defRPr sz="2000" baseline="0">
                <a:solidFill>
                  <a:schemeClr val="tx1">
                    <a:tint val="75000"/>
                  </a:schemeClr>
                </a:solidFill>
              </a:defRPr>
            </a:lvl4pPr>
            <a:lvl5pPr indent="0" algn="ctr">
              <a:spcBef>
                <a:spcPct val="20000"/>
              </a:spcBef>
              <a:buFont typeface="Arial"/>
              <a:buNone/>
              <a:defRPr sz="2000" baseline="0">
                <a:solidFill>
                  <a:schemeClr val="tx1">
                    <a:tint val="75000"/>
                  </a:schemeClr>
                </a:solidFill>
              </a:defRPr>
            </a:lvl5pPr>
            <a:lvl6pPr indent="0" algn="ctr">
              <a:spcBef>
                <a:spcPct val="20000"/>
              </a:spcBef>
              <a:buFont typeface="Arial"/>
              <a:buNone/>
              <a:defRPr sz="2000">
                <a:solidFill>
                  <a:schemeClr val="tx1">
                    <a:tint val="75000"/>
                  </a:schemeClr>
                </a:solidFill>
              </a:defRPr>
            </a:lvl6pPr>
            <a:lvl7pPr indent="0" algn="ctr">
              <a:spcBef>
                <a:spcPct val="20000"/>
              </a:spcBef>
              <a:buFont typeface="Arial"/>
              <a:buNone/>
              <a:defRPr sz="2000">
                <a:solidFill>
                  <a:schemeClr val="tx1">
                    <a:tint val="75000"/>
                  </a:schemeClr>
                </a:solidFill>
              </a:defRPr>
            </a:lvl7pPr>
            <a:lvl8pPr indent="0" algn="ctr">
              <a:spcBef>
                <a:spcPct val="20000"/>
              </a:spcBef>
              <a:buFont typeface="Arial"/>
              <a:buNone/>
              <a:defRPr sz="2000">
                <a:solidFill>
                  <a:schemeClr val="tx1">
                    <a:tint val="75000"/>
                  </a:schemeClr>
                </a:solidFill>
              </a:defRPr>
            </a:lvl8pPr>
            <a:lvl9pPr indent="0" algn="ctr">
              <a:spcBef>
                <a:spcPct val="20000"/>
              </a:spcBef>
              <a:buFont typeface="Arial"/>
              <a:buNone/>
              <a:defRPr sz="2000">
                <a:solidFill>
                  <a:schemeClr val="tx1">
                    <a:tint val="75000"/>
                  </a:schemeClr>
                </a:solidFill>
              </a:defRPr>
            </a:lvl9pPr>
          </a:lstStyle>
          <a:p>
            <a:pPr lvl="0"/>
            <a:r>
              <a:rPr lang="en-AU" sz="2000" dirty="0">
                <a:solidFill>
                  <a:schemeClr val="bg1">
                    <a:lumMod val="75000"/>
                  </a:schemeClr>
                </a:solidFill>
                <a:latin typeface="+mj-lt"/>
              </a:rPr>
              <a:t>Presented by:</a:t>
            </a:r>
          </a:p>
        </p:txBody>
      </p:sp>
      <p:sp>
        <p:nvSpPr>
          <p:cNvPr id="17" name="Text Placeholder 16"/>
          <p:cNvSpPr>
            <a:spLocks noGrp="1"/>
          </p:cNvSpPr>
          <p:nvPr>
            <p:ph type="body" sz="quarter" idx="16" hasCustomPrompt="1"/>
          </p:nvPr>
        </p:nvSpPr>
        <p:spPr>
          <a:xfrm>
            <a:off x="2991027" y="2862841"/>
            <a:ext cx="8144143" cy="562200"/>
          </a:xfrm>
        </p:spPr>
        <p:txBody>
          <a:bodyPr>
            <a:noAutofit/>
          </a:bodyPr>
          <a:lstStyle>
            <a:lvl1pPr marL="0" marR="0" indent="0" algn="l" defTabSz="457200" rtl="0" eaLnBrk="1" fontAlgn="auto" latinLnBrk="0" hangingPunct="1">
              <a:lnSpc>
                <a:spcPct val="100000"/>
              </a:lnSpc>
              <a:spcBef>
                <a:spcPts val="0"/>
              </a:spcBef>
              <a:spcAft>
                <a:spcPts val="0"/>
              </a:spcAft>
              <a:buClrTx/>
              <a:buSzTx/>
              <a:buFontTx/>
              <a:buNone/>
              <a:tabLst/>
              <a:defRPr sz="2800">
                <a:solidFill>
                  <a:schemeClr val="bg1">
                    <a:lumMod val="75000"/>
                  </a:schemeClr>
                </a:solidFill>
                <a:latin typeface="+mj-lt"/>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AU" sz="3200" b="1" noProof="0" dirty="0">
                <a:solidFill>
                  <a:schemeClr val="bg1">
                    <a:lumMod val="95000"/>
                  </a:schemeClr>
                </a:solidFill>
              </a:rPr>
              <a:t>Given &amp; Last Name</a:t>
            </a:r>
          </a:p>
        </p:txBody>
      </p:sp>
      <p:sp>
        <p:nvSpPr>
          <p:cNvPr id="19" name="Content Placeholder 18"/>
          <p:cNvSpPr>
            <a:spLocks noGrp="1"/>
          </p:cNvSpPr>
          <p:nvPr>
            <p:ph sz="quarter" idx="17" hasCustomPrompt="1"/>
          </p:nvPr>
        </p:nvSpPr>
        <p:spPr>
          <a:xfrm>
            <a:off x="1050925" y="3516767"/>
            <a:ext cx="10083800" cy="602809"/>
          </a:xfrm>
        </p:spPr>
        <p:txBody>
          <a:bodyPr>
            <a:noAutofit/>
          </a:bodyPr>
          <a:lstStyle>
            <a:lvl1pPr marL="0" marR="0" indent="0" algn="l" defTabSz="457200" rtl="0" eaLnBrk="1" fontAlgn="auto" latinLnBrk="0" hangingPunct="1">
              <a:lnSpc>
                <a:spcPct val="100000"/>
              </a:lnSpc>
              <a:spcBef>
                <a:spcPts val="0"/>
              </a:spcBef>
              <a:spcAft>
                <a:spcPts val="0"/>
              </a:spcAft>
              <a:buClrTx/>
              <a:buSzTx/>
              <a:buFontTx/>
              <a:buNone/>
              <a:tabLst/>
              <a:defRPr lang="en-AU" sz="2000" dirty="0" smtClean="0">
                <a:latin typeface="+mj-lt"/>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AU" sz="3200" b="1" dirty="0">
                <a:solidFill>
                  <a:schemeClr val="bg1">
                    <a:lumMod val="85000"/>
                  </a:schemeClr>
                </a:solidFill>
              </a:rPr>
              <a:t>Course ID and Title</a:t>
            </a:r>
          </a:p>
        </p:txBody>
      </p:sp>
    </p:spTree>
    <p:extLst>
      <p:ext uri="{BB962C8B-B14F-4D97-AF65-F5344CB8AC3E}">
        <p14:creationId xmlns:p14="http://schemas.microsoft.com/office/powerpoint/2010/main" val="419006960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guide id="3" pos="574" userDrawn="1">
          <p15:clr>
            <a:srgbClr val="FBAE40"/>
          </p15:clr>
        </p15:guide>
        <p15:guide id="4" pos="7106" userDrawn="1">
          <p15:clr>
            <a:srgbClr val="FBAE40"/>
          </p15:clr>
        </p15:guide>
        <p15:guide id="5" orient="horz" pos="436" userDrawn="1">
          <p15:clr>
            <a:srgbClr val="FBAE40"/>
          </p15:clr>
        </p15:guide>
        <p15:guide id="6" orient="horz" pos="3974" userDrawn="1">
          <p15:clr>
            <a:srgbClr val="FBAE40"/>
          </p15:clr>
        </p15:guide>
        <p15:guide id="7" orient="horz" pos="1797"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a:prstGeom prst="rect">
            <a:avLst/>
          </a:prstGeom>
        </p:spPr>
        <p:txBody>
          <a:bodyPr anchor="t"/>
          <a:lstStyle>
            <a:lvl1pPr algn="l">
              <a:defRPr sz="4000" b="1" cap="all"/>
            </a:lvl1pPr>
          </a:lstStyle>
          <a:p>
            <a:r>
              <a:rPr lang="en-US" noProof="0"/>
              <a:t>Click to edit Master title style</a:t>
            </a:r>
            <a:endParaRPr lang="en-AU" noProof="0"/>
          </a:p>
        </p:txBody>
      </p:sp>
      <p:sp>
        <p:nvSpPr>
          <p:cNvPr id="3" name="Text Placeholder 2"/>
          <p:cNvSpPr>
            <a:spLocks noGrp="1"/>
          </p:cNvSpPr>
          <p:nvPr>
            <p:ph type="body" idx="1" hasCustomPrompt="1"/>
          </p:nvPr>
        </p:nvSpPr>
        <p:spPr>
          <a:xfrm>
            <a:off x="963084" y="2906713"/>
            <a:ext cx="10363200" cy="1500187"/>
          </a:xfrm>
        </p:spPr>
        <p:txBody>
          <a:bodyPr anchor="b"/>
          <a:lstStyle>
            <a:lvl1pPr marL="0" indent="0">
              <a:buNone/>
              <a:defRPr sz="2000" baseline="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AU" noProof="0" dirty="0"/>
              <a:t>Week/Session 00 – Presentation Title</a:t>
            </a:r>
          </a:p>
        </p:txBody>
      </p:sp>
      <p:sp>
        <p:nvSpPr>
          <p:cNvPr id="4" name="Date Placeholder 3"/>
          <p:cNvSpPr>
            <a:spLocks noGrp="1"/>
          </p:cNvSpPr>
          <p:nvPr>
            <p:ph type="dt" sz="half" idx="10"/>
          </p:nvPr>
        </p:nvSpPr>
        <p:spPr/>
        <p:txBody>
          <a:bodyPr/>
          <a:lstStyle/>
          <a:p>
            <a:fld id="{56F489C6-6277-454E-AECF-6C3872A9450F}" type="datetimeFigureOut">
              <a:rPr lang="en-AU" noProof="0" smtClean="0"/>
              <a:t>25/02/2026</a:t>
            </a:fld>
            <a:endParaRPr lang="en-AU" noProof="0"/>
          </a:p>
        </p:txBody>
      </p:sp>
      <p:sp>
        <p:nvSpPr>
          <p:cNvPr id="5" name="Footer Placeholder 4"/>
          <p:cNvSpPr>
            <a:spLocks noGrp="1"/>
          </p:cNvSpPr>
          <p:nvPr>
            <p:ph type="ftr" sz="quarter" idx="11"/>
          </p:nvPr>
        </p:nvSpPr>
        <p:spPr/>
        <p:txBody>
          <a:bodyPr/>
          <a:lstStyle/>
          <a:p>
            <a:endParaRPr lang="en-AU" noProof="0"/>
          </a:p>
        </p:txBody>
      </p:sp>
      <p:sp>
        <p:nvSpPr>
          <p:cNvPr id="6" name="Slide Number Placeholder 5"/>
          <p:cNvSpPr>
            <a:spLocks noGrp="1"/>
          </p:cNvSpPr>
          <p:nvPr>
            <p:ph type="sldNum" sz="quarter" idx="12"/>
          </p:nvPr>
        </p:nvSpPr>
        <p:spPr/>
        <p:txBody>
          <a:bodyPr/>
          <a:lstStyle/>
          <a:p>
            <a:fld id="{741F46F4-8938-5C4A-A3E0-434D3C3588F4}" type="slidenum">
              <a:rPr lang="en-AU" noProof="0" smtClean="0"/>
              <a:t>‹#›</a:t>
            </a:fld>
            <a:endParaRPr lang="en-AU" noProof="0"/>
          </a:p>
        </p:txBody>
      </p:sp>
    </p:spTree>
    <p:extLst>
      <p:ext uri="{BB962C8B-B14F-4D97-AF65-F5344CB8AC3E}">
        <p14:creationId xmlns:p14="http://schemas.microsoft.com/office/powerpoint/2010/main" val="14717255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499892"/>
            <a:ext cx="10972800" cy="1003205"/>
          </a:xfrm>
          <a:prstGeom prst="rect">
            <a:avLst/>
          </a:prstGeom>
        </p:spPr>
        <p:txBody>
          <a:bodyPr/>
          <a:lstStyle/>
          <a:p>
            <a:r>
              <a:rPr lang="en-US" noProof="0"/>
              <a:t>Click to edit Master title style</a:t>
            </a:r>
            <a:endParaRPr lang="en-AU" noProof="0" dirty="0"/>
          </a:p>
        </p:txBody>
      </p:sp>
      <p:sp>
        <p:nvSpPr>
          <p:cNvPr id="3" name="Content Placeholder 2"/>
          <p:cNvSpPr>
            <a:spLocks noGrp="1"/>
          </p:cNvSpPr>
          <p:nvPr>
            <p:ph idx="1"/>
          </p:nvPr>
        </p:nvSpPr>
        <p:spPr/>
        <p:txBody>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AU" noProof="0" dirty="0"/>
          </a:p>
        </p:txBody>
      </p:sp>
      <p:sp>
        <p:nvSpPr>
          <p:cNvPr id="4" name="Date Placeholder 3"/>
          <p:cNvSpPr>
            <a:spLocks noGrp="1"/>
          </p:cNvSpPr>
          <p:nvPr>
            <p:ph type="dt" sz="half" idx="10"/>
          </p:nvPr>
        </p:nvSpPr>
        <p:spPr/>
        <p:txBody>
          <a:bodyPr/>
          <a:lstStyle/>
          <a:p>
            <a:fld id="{56F489C6-6277-454E-AECF-6C3872A9450F}" type="datetimeFigureOut">
              <a:rPr lang="en-US" smtClean="0"/>
              <a:t>2/25/2026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41F46F4-8938-5C4A-A3E0-434D3C3588F4}" type="slidenum">
              <a:rPr lang="en-US" smtClean="0"/>
              <a:t>‹#›</a:t>
            </a:fld>
            <a:endParaRPr lang="en-US" dirty="0"/>
          </a:p>
        </p:txBody>
      </p:sp>
    </p:spTree>
    <p:extLst>
      <p:ext uri="{BB962C8B-B14F-4D97-AF65-F5344CB8AC3E}">
        <p14:creationId xmlns:p14="http://schemas.microsoft.com/office/powerpoint/2010/main" val="6291090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499892"/>
            <a:ext cx="10972800" cy="1003205"/>
          </a:xfrm>
          <a:prstGeom prst="rect">
            <a:avLst/>
          </a:prstGeom>
        </p:spPr>
        <p:txBody>
          <a:bodyPr/>
          <a:lstStyle/>
          <a:p>
            <a:r>
              <a:rPr lang="en-US" noProof="0"/>
              <a:t>Click to edit Master title style</a:t>
            </a:r>
            <a:endParaRPr lang="en-AU" noProof="0" dirty="0"/>
          </a:p>
        </p:txBody>
      </p:sp>
      <p:sp>
        <p:nvSpPr>
          <p:cNvPr id="3" name="Content Placeholder 2"/>
          <p:cNvSpPr>
            <a:spLocks noGrp="1"/>
          </p:cNvSpPr>
          <p:nvPr>
            <p:ph idx="1"/>
          </p:nvPr>
        </p:nvSpPr>
        <p:spPr>
          <a:xfrm>
            <a:off x="609600" y="1794618"/>
            <a:ext cx="10972800" cy="2191698"/>
          </a:xfrm>
        </p:spPr>
        <p:txBody>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AU" noProof="0"/>
          </a:p>
        </p:txBody>
      </p:sp>
      <p:sp>
        <p:nvSpPr>
          <p:cNvPr id="4" name="Date Placeholder 3"/>
          <p:cNvSpPr>
            <a:spLocks noGrp="1"/>
          </p:cNvSpPr>
          <p:nvPr>
            <p:ph type="dt" sz="half" idx="10"/>
          </p:nvPr>
        </p:nvSpPr>
        <p:spPr/>
        <p:txBody>
          <a:bodyPr/>
          <a:lstStyle/>
          <a:p>
            <a:fld id="{56F489C6-6277-454E-AECF-6C3872A9450F}" type="datetimeFigureOut">
              <a:rPr lang="en-US" smtClean="0"/>
              <a:t>2/25/2026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41F46F4-8938-5C4A-A3E0-434D3C3588F4}" type="slidenum">
              <a:rPr lang="en-US" smtClean="0"/>
              <a:t>‹#›</a:t>
            </a:fld>
            <a:endParaRPr lang="en-US" dirty="0"/>
          </a:p>
        </p:txBody>
      </p:sp>
      <p:sp>
        <p:nvSpPr>
          <p:cNvPr id="7" name="Content Placeholder 2">
            <a:extLst>
              <a:ext uri="{FF2B5EF4-FFF2-40B4-BE49-F238E27FC236}">
                <a16:creationId xmlns:a16="http://schemas.microsoft.com/office/drawing/2014/main" id="{E2FB0483-D927-6C4B-9F8E-0CBFBED89EAE}"/>
              </a:ext>
            </a:extLst>
          </p:cNvPr>
          <p:cNvSpPr>
            <a:spLocks noGrp="1"/>
          </p:cNvSpPr>
          <p:nvPr>
            <p:ph idx="13"/>
          </p:nvPr>
        </p:nvSpPr>
        <p:spPr>
          <a:xfrm>
            <a:off x="609600" y="4182975"/>
            <a:ext cx="10972800" cy="2191699"/>
          </a:xfrm>
        </p:spPr>
        <p:txBody>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AU" noProof="0"/>
          </a:p>
        </p:txBody>
      </p:sp>
    </p:spTree>
    <p:extLst>
      <p:ext uri="{BB962C8B-B14F-4D97-AF65-F5344CB8AC3E}">
        <p14:creationId xmlns:p14="http://schemas.microsoft.com/office/powerpoint/2010/main" val="25274770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499892"/>
            <a:ext cx="10972800" cy="1003205"/>
          </a:xfrm>
          <a:prstGeom prst="rect">
            <a:avLst/>
          </a:prstGeom>
        </p:spPr>
        <p:txBody>
          <a:bodyPr/>
          <a:lstStyle/>
          <a:p>
            <a:r>
              <a:rPr lang="en-US" noProof="0"/>
              <a:t>Click to edit Master title style</a:t>
            </a:r>
            <a:endParaRPr lang="en-AU" noProof="0"/>
          </a:p>
        </p:txBody>
      </p:sp>
      <p:sp>
        <p:nvSpPr>
          <p:cNvPr id="3" name="Content Placeholder 2"/>
          <p:cNvSpPr>
            <a:spLocks noGrp="1"/>
          </p:cNvSpPr>
          <p:nvPr>
            <p:ph sz="half" idx="1"/>
          </p:nvPr>
        </p:nvSpPr>
        <p:spPr>
          <a:xfrm>
            <a:off x="609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AU" noProof="0"/>
          </a:p>
        </p:txBody>
      </p:sp>
      <p:sp>
        <p:nvSpPr>
          <p:cNvPr id="4" name="Content Placeholder 3"/>
          <p:cNvSpPr>
            <a:spLocks noGrp="1"/>
          </p:cNvSpPr>
          <p:nvPr>
            <p:ph sz="half" idx="2"/>
          </p:nvPr>
        </p:nvSpPr>
        <p:spPr>
          <a:xfrm>
            <a:off x="6197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AU" noProof="0"/>
          </a:p>
        </p:txBody>
      </p:sp>
      <p:sp>
        <p:nvSpPr>
          <p:cNvPr id="5" name="Date Placeholder 4"/>
          <p:cNvSpPr>
            <a:spLocks noGrp="1"/>
          </p:cNvSpPr>
          <p:nvPr>
            <p:ph type="dt" sz="half" idx="10"/>
          </p:nvPr>
        </p:nvSpPr>
        <p:spPr/>
        <p:txBody>
          <a:bodyPr/>
          <a:lstStyle/>
          <a:p>
            <a:fld id="{56F489C6-6277-454E-AECF-6C3872A9450F}" type="datetimeFigureOut">
              <a:rPr lang="en-US" smtClean="0"/>
              <a:t>2/25/2026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41F46F4-8938-5C4A-A3E0-434D3C3588F4}" type="slidenum">
              <a:rPr lang="en-US" smtClean="0"/>
              <a:t>‹#›</a:t>
            </a:fld>
            <a:endParaRPr lang="en-US" dirty="0"/>
          </a:p>
        </p:txBody>
      </p:sp>
    </p:spTree>
    <p:extLst>
      <p:ext uri="{BB962C8B-B14F-4D97-AF65-F5344CB8AC3E}">
        <p14:creationId xmlns:p14="http://schemas.microsoft.com/office/powerpoint/2010/main" val="38176996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499892"/>
            <a:ext cx="10972800" cy="1003205"/>
          </a:xfrm>
          <a:prstGeom prst="rect">
            <a:avLst/>
          </a:prstGeom>
        </p:spPr>
        <p:txBody>
          <a:bodyPr/>
          <a:lstStyle>
            <a:lvl1pPr>
              <a:defRPr/>
            </a:lvl1pPr>
          </a:lstStyle>
          <a:p>
            <a:r>
              <a:rPr lang="en-US" noProof="0"/>
              <a:t>Click to edit Master title style</a:t>
            </a:r>
            <a:endParaRPr lang="en-AU" noProof="0"/>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AU" noProof="0"/>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AU" noProof="0"/>
          </a:p>
        </p:txBody>
      </p:sp>
      <p:sp>
        <p:nvSpPr>
          <p:cNvPr id="7" name="Date Placeholder 6"/>
          <p:cNvSpPr>
            <a:spLocks noGrp="1"/>
          </p:cNvSpPr>
          <p:nvPr>
            <p:ph type="dt" sz="half" idx="10"/>
          </p:nvPr>
        </p:nvSpPr>
        <p:spPr/>
        <p:txBody>
          <a:bodyPr/>
          <a:lstStyle/>
          <a:p>
            <a:fld id="{56F489C6-6277-454E-AECF-6C3872A9450F}" type="datetimeFigureOut">
              <a:rPr lang="en-US" smtClean="0"/>
              <a:t>2/25/2026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741F46F4-8938-5C4A-A3E0-434D3C3588F4}" type="slidenum">
              <a:rPr lang="en-US" smtClean="0"/>
              <a:t>‹#›</a:t>
            </a:fld>
            <a:endParaRPr lang="en-US" dirty="0"/>
          </a:p>
        </p:txBody>
      </p:sp>
    </p:spTree>
    <p:extLst>
      <p:ext uri="{BB962C8B-B14F-4D97-AF65-F5344CB8AC3E}">
        <p14:creationId xmlns:p14="http://schemas.microsoft.com/office/powerpoint/2010/main" val="13543791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09600" y="4406903"/>
            <a:ext cx="8514522" cy="1362075"/>
          </a:xfrm>
          <a:prstGeom prst="rect">
            <a:avLst/>
          </a:prstGeom>
        </p:spPr>
        <p:txBody>
          <a:bodyPr anchor="t"/>
          <a:lstStyle>
            <a:lvl1pPr algn="l">
              <a:defRPr sz="4000" b="1" cap="all"/>
            </a:lvl1pPr>
          </a:lstStyle>
          <a:p>
            <a:r>
              <a:rPr lang="en-US" noProof="0"/>
              <a:t>Click to edit Master title style</a:t>
            </a:r>
            <a:endParaRPr lang="en-AU" noProof="0"/>
          </a:p>
        </p:txBody>
      </p:sp>
      <p:sp>
        <p:nvSpPr>
          <p:cNvPr id="3" name="Text Placeholder 2"/>
          <p:cNvSpPr>
            <a:spLocks noGrp="1"/>
          </p:cNvSpPr>
          <p:nvPr>
            <p:ph type="body" idx="1"/>
          </p:nvPr>
        </p:nvSpPr>
        <p:spPr>
          <a:xfrm>
            <a:off x="609600" y="2906713"/>
            <a:ext cx="8514522"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noProof="0"/>
              <a:t>Edit Master text styles</a:t>
            </a:r>
          </a:p>
        </p:txBody>
      </p:sp>
      <p:sp>
        <p:nvSpPr>
          <p:cNvPr id="4" name="Date Placeholder 3"/>
          <p:cNvSpPr>
            <a:spLocks noGrp="1"/>
          </p:cNvSpPr>
          <p:nvPr>
            <p:ph type="dt" sz="half" idx="10"/>
          </p:nvPr>
        </p:nvSpPr>
        <p:spPr/>
        <p:txBody>
          <a:bodyPr/>
          <a:lstStyle/>
          <a:p>
            <a:fld id="{56F489C6-6277-454E-AECF-6C3872A9450F}" type="datetimeFigureOut">
              <a:rPr lang="en-US" smtClean="0"/>
              <a:t>2/25/2026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41F46F4-8938-5C4A-A3E0-434D3C3588F4}" type="slidenum">
              <a:rPr lang="en-US" smtClean="0"/>
              <a:t>‹#›</a:t>
            </a:fld>
            <a:endParaRPr lang="en-US" dirty="0"/>
          </a:p>
        </p:txBody>
      </p:sp>
      <p:sp>
        <p:nvSpPr>
          <p:cNvPr id="7" name="Picture Placeholder 8">
            <a:extLst>
              <a:ext uri="{FF2B5EF4-FFF2-40B4-BE49-F238E27FC236}">
                <a16:creationId xmlns:a16="http://schemas.microsoft.com/office/drawing/2014/main" id="{F7D5DACE-FF0F-2D46-93D3-295ECF1DA88A}"/>
              </a:ext>
            </a:extLst>
          </p:cNvPr>
          <p:cNvSpPr>
            <a:spLocks noGrp="1"/>
          </p:cNvSpPr>
          <p:nvPr>
            <p:ph type="pic" sz="quarter" idx="13"/>
          </p:nvPr>
        </p:nvSpPr>
        <p:spPr>
          <a:xfrm>
            <a:off x="9812656" y="2900636"/>
            <a:ext cx="1769744" cy="2868342"/>
          </a:xfrm>
          <a:prstGeom prst="roundRect">
            <a:avLst>
              <a:gd name="adj" fmla="val 4112"/>
            </a:avLst>
          </a:prstGeom>
          <a:blipFill>
            <a:blip r:embed="rId2"/>
            <a:stretch>
              <a:fillRect l="16" r="16"/>
            </a:stretch>
          </a:blipFill>
          <a:ln w="12700" cap="rnd">
            <a:solidFill>
              <a:srgbClr val="D8262E">
                <a:alpha val="50000"/>
              </a:srgbClr>
            </a:solidFill>
          </a:ln>
        </p:spPr>
        <p:txBody>
          <a:bodyPr/>
          <a:lstStyle>
            <a:lvl1pPr marL="0" indent="0">
              <a:buNone/>
              <a:defRPr/>
            </a:lvl1pPr>
          </a:lstStyle>
          <a:p>
            <a:r>
              <a:rPr lang="en-US"/>
              <a:t>Click icon to add picture</a:t>
            </a:r>
            <a:endParaRPr lang="en-US" dirty="0"/>
          </a:p>
        </p:txBody>
      </p:sp>
    </p:spTree>
    <p:extLst>
      <p:ext uri="{BB962C8B-B14F-4D97-AF65-F5344CB8AC3E}">
        <p14:creationId xmlns:p14="http://schemas.microsoft.com/office/powerpoint/2010/main" val="14706445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499892"/>
            <a:ext cx="10972800" cy="1003205"/>
          </a:xfrm>
          <a:prstGeom prst="rect">
            <a:avLst/>
          </a:prstGeom>
        </p:spPr>
        <p:txBody>
          <a:bodyPr/>
          <a:lstStyle/>
          <a:p>
            <a:r>
              <a:rPr lang="en-US" noProof="0"/>
              <a:t>Click to edit Master title style</a:t>
            </a:r>
            <a:endParaRPr lang="en-AU" noProof="0"/>
          </a:p>
        </p:txBody>
      </p:sp>
      <p:sp>
        <p:nvSpPr>
          <p:cNvPr id="3" name="Content Placeholder 2"/>
          <p:cNvSpPr>
            <a:spLocks noGrp="1"/>
          </p:cNvSpPr>
          <p:nvPr>
            <p:ph sz="half" idx="1"/>
          </p:nvPr>
        </p:nvSpPr>
        <p:spPr>
          <a:xfrm>
            <a:off x="4165600" y="1600202"/>
            <a:ext cx="7416799"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AU" noProof="0"/>
          </a:p>
        </p:txBody>
      </p:sp>
      <p:sp>
        <p:nvSpPr>
          <p:cNvPr id="5" name="Date Placeholder 4"/>
          <p:cNvSpPr>
            <a:spLocks noGrp="1"/>
          </p:cNvSpPr>
          <p:nvPr>
            <p:ph type="dt" sz="half" idx="10"/>
          </p:nvPr>
        </p:nvSpPr>
        <p:spPr/>
        <p:txBody>
          <a:bodyPr/>
          <a:lstStyle/>
          <a:p>
            <a:fld id="{56F489C6-6277-454E-AECF-6C3872A9450F}" type="datetimeFigureOut">
              <a:rPr lang="en-US" smtClean="0"/>
              <a:t>2/25/2026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41F46F4-8938-5C4A-A3E0-434D3C3588F4}" type="slidenum">
              <a:rPr lang="en-US" smtClean="0"/>
              <a:t>‹#›</a:t>
            </a:fld>
            <a:endParaRPr lang="en-US" dirty="0"/>
          </a:p>
        </p:txBody>
      </p:sp>
      <p:sp>
        <p:nvSpPr>
          <p:cNvPr id="8" name="Picture Placeholder 8">
            <a:extLst>
              <a:ext uri="{FF2B5EF4-FFF2-40B4-BE49-F238E27FC236}">
                <a16:creationId xmlns:a16="http://schemas.microsoft.com/office/drawing/2014/main" id="{CB08A67E-3ED8-7842-9A36-FDA51ABEB2AC}"/>
              </a:ext>
            </a:extLst>
          </p:cNvPr>
          <p:cNvSpPr>
            <a:spLocks noGrp="1"/>
          </p:cNvSpPr>
          <p:nvPr>
            <p:ph type="pic" sz="quarter" idx="13" hasCustomPrompt="1"/>
          </p:nvPr>
        </p:nvSpPr>
        <p:spPr>
          <a:xfrm>
            <a:off x="609601" y="1600203"/>
            <a:ext cx="2792484" cy="4525963"/>
          </a:xfrm>
          <a:prstGeom prst="roundRect">
            <a:avLst>
              <a:gd name="adj" fmla="val 3374"/>
            </a:avLst>
          </a:prstGeom>
          <a:blipFill>
            <a:blip r:embed="rId2"/>
            <a:stretch>
              <a:fillRect l="16" r="16"/>
            </a:stretch>
          </a:blipFill>
          <a:ln>
            <a:solidFill>
              <a:srgbClr val="D8262E">
                <a:alpha val="50196"/>
              </a:srgbClr>
            </a:solidFill>
          </a:ln>
        </p:spPr>
        <p:txBody>
          <a:bodyPr/>
          <a:lstStyle>
            <a:lvl1pPr marL="0" indent="0">
              <a:buNone/>
              <a:defRPr/>
            </a:lvl1pPr>
          </a:lstStyle>
          <a:p>
            <a:r>
              <a:rPr lang="en-US" dirty="0"/>
              <a:t> </a:t>
            </a:r>
          </a:p>
        </p:txBody>
      </p:sp>
    </p:spTree>
    <p:extLst>
      <p:ext uri="{BB962C8B-B14F-4D97-AF65-F5344CB8AC3E}">
        <p14:creationId xmlns:p14="http://schemas.microsoft.com/office/powerpoint/2010/main" val="38143020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600" y="499892"/>
            <a:ext cx="10972800" cy="1003205"/>
          </a:xfrm>
          <a:prstGeom prst="rect">
            <a:avLst/>
          </a:prstGeo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6F489C6-6277-454E-AECF-6C3872A9450F}" type="datetimeFigureOut">
              <a:rPr lang="en-US" smtClean="0"/>
              <a:t>2/25/2026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741F46F4-8938-5C4A-A3E0-434D3C3588F4}" type="slidenum">
              <a:rPr lang="en-US" smtClean="0"/>
              <a:t>‹#›</a:t>
            </a:fld>
            <a:endParaRPr lang="en-US" dirty="0"/>
          </a:p>
        </p:txBody>
      </p:sp>
    </p:spTree>
    <p:extLst>
      <p:ext uri="{BB962C8B-B14F-4D97-AF65-F5344CB8AC3E}">
        <p14:creationId xmlns:p14="http://schemas.microsoft.com/office/powerpoint/2010/main" val="3630584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600" y="973062"/>
            <a:ext cx="7212496" cy="4911874"/>
          </a:xfrm>
          <a:prstGeom prst="rect">
            <a:avLst/>
          </a:prstGeo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6F489C6-6277-454E-AECF-6C3872A9450F}" type="datetimeFigureOut">
              <a:rPr lang="en-US" smtClean="0"/>
              <a:t>2/25/2026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741F46F4-8938-5C4A-A3E0-434D3C3588F4}" type="slidenum">
              <a:rPr lang="en-US" smtClean="0"/>
              <a:t>‹#›</a:t>
            </a:fld>
            <a:endParaRPr lang="en-US" dirty="0"/>
          </a:p>
        </p:txBody>
      </p:sp>
      <p:sp>
        <p:nvSpPr>
          <p:cNvPr id="6" name="Picture Placeholder 8">
            <a:extLst>
              <a:ext uri="{FF2B5EF4-FFF2-40B4-BE49-F238E27FC236}">
                <a16:creationId xmlns:a16="http://schemas.microsoft.com/office/drawing/2014/main" id="{C9126EA6-A663-AD41-9474-BAFD5F860789}"/>
              </a:ext>
            </a:extLst>
          </p:cNvPr>
          <p:cNvSpPr>
            <a:spLocks noGrp="1"/>
          </p:cNvSpPr>
          <p:nvPr>
            <p:ph type="pic" sz="quarter" idx="13" hasCustomPrompt="1"/>
          </p:nvPr>
        </p:nvSpPr>
        <p:spPr>
          <a:xfrm>
            <a:off x="8316528" y="973063"/>
            <a:ext cx="3030587" cy="4911873"/>
          </a:xfrm>
          <a:prstGeom prst="roundRect">
            <a:avLst>
              <a:gd name="adj" fmla="val 3523"/>
            </a:avLst>
          </a:prstGeom>
          <a:blipFill>
            <a:blip r:embed="rId2"/>
            <a:stretch>
              <a:fillRect l="16" r="16"/>
            </a:stretch>
          </a:blipFill>
          <a:ln>
            <a:solidFill>
              <a:srgbClr val="D8262E">
                <a:alpha val="50196"/>
              </a:srgbClr>
            </a:solidFill>
          </a:ln>
        </p:spPr>
        <p:txBody>
          <a:bodyPr/>
          <a:lstStyle>
            <a:lvl1pPr marL="0" indent="0">
              <a:buNone/>
              <a:defRPr/>
            </a:lvl1pPr>
          </a:lstStyle>
          <a:p>
            <a:r>
              <a:rPr lang="en-US" dirty="0"/>
              <a:t>   </a:t>
            </a:r>
          </a:p>
        </p:txBody>
      </p:sp>
    </p:spTree>
    <p:extLst>
      <p:ext uri="{BB962C8B-B14F-4D97-AF65-F5344CB8AC3E}">
        <p14:creationId xmlns:p14="http://schemas.microsoft.com/office/powerpoint/2010/main" val="9895897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6F489C6-6277-454E-AECF-6C3872A9450F}" type="datetimeFigureOut">
              <a:rPr lang="en-US" smtClean="0"/>
              <a:t>2/25/2026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741F46F4-8938-5C4A-A3E0-434D3C3588F4}" type="slidenum">
              <a:rPr lang="en-US" smtClean="0"/>
              <a:t>‹#›</a:t>
            </a:fld>
            <a:endParaRPr lang="en-US" dirty="0"/>
          </a:p>
        </p:txBody>
      </p:sp>
      <p:sp>
        <p:nvSpPr>
          <p:cNvPr id="10" name="Picture Placeholder 8">
            <a:extLst>
              <a:ext uri="{FF2B5EF4-FFF2-40B4-BE49-F238E27FC236}">
                <a16:creationId xmlns:a16="http://schemas.microsoft.com/office/drawing/2014/main" id="{C9126EA6-A663-AD41-9474-BAFD5F860789}"/>
              </a:ext>
            </a:extLst>
          </p:cNvPr>
          <p:cNvSpPr>
            <a:spLocks noGrp="1"/>
          </p:cNvSpPr>
          <p:nvPr>
            <p:ph type="pic" sz="quarter" idx="14" hasCustomPrompt="1"/>
          </p:nvPr>
        </p:nvSpPr>
        <p:spPr>
          <a:xfrm>
            <a:off x="609600" y="710508"/>
            <a:ext cx="10972800" cy="4948123"/>
          </a:xfrm>
          <a:prstGeom prst="roundRect">
            <a:avLst>
              <a:gd name="adj" fmla="val 1876"/>
            </a:avLst>
          </a:prstGeom>
          <a:blipFill>
            <a:blip r:embed="rId2"/>
            <a:stretch>
              <a:fillRect l="16" r="16"/>
            </a:stretch>
          </a:blipFill>
          <a:ln>
            <a:solidFill>
              <a:srgbClr val="D8262E">
                <a:alpha val="50196"/>
              </a:srgbClr>
            </a:solidFill>
          </a:ln>
        </p:spPr>
        <p:txBody>
          <a:bodyPr/>
          <a:lstStyle>
            <a:lvl1pPr marL="0" indent="0">
              <a:buNone/>
              <a:defRPr/>
            </a:lvl1pPr>
          </a:lstStyle>
          <a:p>
            <a:r>
              <a:rPr lang="en-US" dirty="0"/>
              <a:t>   </a:t>
            </a:r>
          </a:p>
        </p:txBody>
      </p:sp>
      <p:sp>
        <p:nvSpPr>
          <p:cNvPr id="6" name="Title 1"/>
          <p:cNvSpPr>
            <a:spLocks noGrp="1"/>
          </p:cNvSpPr>
          <p:nvPr>
            <p:ph type="title"/>
          </p:nvPr>
        </p:nvSpPr>
        <p:spPr>
          <a:xfrm>
            <a:off x="609600" y="5755274"/>
            <a:ext cx="10972800" cy="527831"/>
          </a:xfrm>
          <a:prstGeom prst="rect">
            <a:avLst/>
          </a:prstGeom>
        </p:spPr>
        <p:txBody>
          <a:bodyPr anchor="b">
            <a:normAutofit/>
          </a:bodyPr>
          <a:lstStyle>
            <a:lvl1pPr algn="l">
              <a:defRPr sz="1800" b="1"/>
            </a:lvl1pPr>
          </a:lstStyle>
          <a:p>
            <a:r>
              <a:rPr lang="en-US" noProof="0"/>
              <a:t>Click to edit Master title style</a:t>
            </a:r>
            <a:endParaRPr lang="en-AU" noProof="0"/>
          </a:p>
        </p:txBody>
      </p:sp>
    </p:spTree>
    <p:extLst>
      <p:ext uri="{BB962C8B-B14F-4D97-AF65-F5344CB8AC3E}">
        <p14:creationId xmlns:p14="http://schemas.microsoft.com/office/powerpoint/2010/main" val="318246881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6F489C6-6277-454E-AECF-6C3872A9450F}" type="datetimeFigureOut">
              <a:rPr lang="en-US" smtClean="0"/>
              <a:t>2/25/2026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741F46F4-8938-5C4A-A3E0-434D3C3588F4}" type="slidenum">
              <a:rPr lang="en-US" smtClean="0"/>
              <a:t>‹#›</a:t>
            </a:fld>
            <a:endParaRPr lang="en-US" dirty="0"/>
          </a:p>
        </p:txBody>
      </p:sp>
      <p:sp>
        <p:nvSpPr>
          <p:cNvPr id="9" name="Picture Placeholder 8">
            <a:extLst>
              <a:ext uri="{FF2B5EF4-FFF2-40B4-BE49-F238E27FC236}">
                <a16:creationId xmlns:a16="http://schemas.microsoft.com/office/drawing/2014/main" id="{ED779252-2DB5-164E-B413-9653D35CC4E5}"/>
              </a:ext>
            </a:extLst>
          </p:cNvPr>
          <p:cNvSpPr>
            <a:spLocks noGrp="1"/>
          </p:cNvSpPr>
          <p:nvPr>
            <p:ph type="pic" sz="quarter" idx="13" hasCustomPrompt="1"/>
          </p:nvPr>
        </p:nvSpPr>
        <p:spPr>
          <a:xfrm>
            <a:off x="8253685" y="672443"/>
            <a:ext cx="3328716" cy="5395071"/>
          </a:xfrm>
          <a:prstGeom prst="roundRect">
            <a:avLst>
              <a:gd name="adj" fmla="val 4147"/>
            </a:avLst>
          </a:prstGeom>
          <a:blipFill>
            <a:blip r:embed="rId2">
              <a:alphaModFix/>
            </a:blip>
            <a:stretch>
              <a:fillRect l="16" r="16"/>
            </a:stretch>
          </a:blipFill>
        </p:spPr>
        <p:txBody>
          <a:bodyPr/>
          <a:lstStyle>
            <a:lvl1pPr marL="0" indent="0">
              <a:buNone/>
              <a:defRPr/>
            </a:lvl1pPr>
          </a:lstStyle>
          <a:p>
            <a:r>
              <a:rPr lang="en-US" dirty="0"/>
              <a:t>   </a:t>
            </a:r>
          </a:p>
        </p:txBody>
      </p:sp>
      <p:sp>
        <p:nvSpPr>
          <p:cNvPr id="13" name="Text Placeholder 12">
            <a:extLst>
              <a:ext uri="{FF2B5EF4-FFF2-40B4-BE49-F238E27FC236}">
                <a16:creationId xmlns:a16="http://schemas.microsoft.com/office/drawing/2014/main" id="{FFC5ADCF-7EA1-3644-9B75-D84582085EDA}"/>
              </a:ext>
            </a:extLst>
          </p:cNvPr>
          <p:cNvSpPr>
            <a:spLocks noGrp="1"/>
          </p:cNvSpPr>
          <p:nvPr>
            <p:ph type="body" sz="quarter" idx="14"/>
          </p:nvPr>
        </p:nvSpPr>
        <p:spPr>
          <a:xfrm>
            <a:off x="609600" y="671513"/>
            <a:ext cx="7416800" cy="5396001"/>
          </a:xfrm>
        </p:spPr>
        <p:txBody>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AU" noProof="0"/>
          </a:p>
        </p:txBody>
      </p:sp>
    </p:spTree>
    <p:extLst>
      <p:ext uri="{BB962C8B-B14F-4D97-AF65-F5344CB8AC3E}">
        <p14:creationId xmlns:p14="http://schemas.microsoft.com/office/powerpoint/2010/main" val="407892778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Section Heade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600" y="876053"/>
            <a:ext cx="6207659" cy="382380"/>
          </a:xfrm>
          <a:prstGeom prst="rect">
            <a:avLst/>
          </a:prstGeom>
        </p:spPr>
        <p:txBody>
          <a:bodyPr anchor="t"/>
          <a:lstStyle>
            <a:lvl1pPr algn="l">
              <a:defRPr sz="1800" b="1" cap="none">
                <a:solidFill>
                  <a:schemeClr val="bg1">
                    <a:lumMod val="65000"/>
                  </a:schemeClr>
                </a:solidFill>
                <a:latin typeface="+mn-lt"/>
              </a:defRPr>
            </a:lvl1pPr>
          </a:lstStyle>
          <a:p>
            <a:r>
              <a:rPr lang="en-AU" noProof="0" dirty="0"/>
              <a:t>PRESENTATION TEMPLATE CREATED BY</a:t>
            </a:r>
          </a:p>
        </p:txBody>
      </p:sp>
      <p:sp>
        <p:nvSpPr>
          <p:cNvPr id="4" name="Date Placeholder 3"/>
          <p:cNvSpPr>
            <a:spLocks noGrp="1"/>
          </p:cNvSpPr>
          <p:nvPr>
            <p:ph type="dt" sz="half" idx="10"/>
          </p:nvPr>
        </p:nvSpPr>
        <p:spPr/>
        <p:txBody>
          <a:bodyPr/>
          <a:lstStyle/>
          <a:p>
            <a:fld id="{56F489C6-6277-454E-AECF-6C3872A9450F}" type="datetimeFigureOut">
              <a:rPr lang="en-US" smtClean="0"/>
              <a:t>2/25/2026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41F46F4-8938-5C4A-A3E0-434D3C3588F4}" type="slidenum">
              <a:rPr lang="en-US" smtClean="0"/>
              <a:t>‹#›</a:t>
            </a:fld>
            <a:endParaRPr lang="en-US" dirty="0"/>
          </a:p>
        </p:txBody>
      </p:sp>
      <p:sp>
        <p:nvSpPr>
          <p:cNvPr id="7" name="Picture Placeholder 8">
            <a:extLst>
              <a:ext uri="{FF2B5EF4-FFF2-40B4-BE49-F238E27FC236}">
                <a16:creationId xmlns:a16="http://schemas.microsoft.com/office/drawing/2014/main" id="{F7D5DACE-FF0F-2D46-93D3-295ECF1DA88A}"/>
              </a:ext>
            </a:extLst>
          </p:cNvPr>
          <p:cNvSpPr>
            <a:spLocks noGrp="1"/>
          </p:cNvSpPr>
          <p:nvPr>
            <p:ph type="pic" sz="quarter" idx="13"/>
          </p:nvPr>
        </p:nvSpPr>
        <p:spPr>
          <a:xfrm>
            <a:off x="6978086" y="873914"/>
            <a:ext cx="1561468" cy="1561468"/>
          </a:xfrm>
          <a:prstGeom prst="roundRect">
            <a:avLst>
              <a:gd name="adj" fmla="val 4112"/>
            </a:avLst>
          </a:prstGeom>
          <a:blipFill dpi="0" rotWithShape="1">
            <a:blip r:embed="rId2">
              <a:extLst>
                <a:ext uri="{28A0092B-C50C-407E-A947-70E740481C1C}">
                  <a14:useLocalDpi xmlns:a14="http://schemas.microsoft.com/office/drawing/2010/main" val="0"/>
                </a:ext>
              </a:extLst>
            </a:blip>
            <a:srcRect/>
            <a:stretch>
              <a:fillRect/>
            </a:stretch>
          </a:blipFill>
          <a:ln w="12700" cap="rnd">
            <a:solidFill>
              <a:srgbClr val="D8262E">
                <a:alpha val="50000"/>
              </a:srgbClr>
            </a:solidFill>
          </a:ln>
        </p:spPr>
        <p:txBody>
          <a:bodyPr/>
          <a:lstStyle>
            <a:lvl1pPr marL="0" indent="0">
              <a:buNone/>
              <a:defRPr/>
            </a:lvl1pPr>
          </a:lstStyle>
          <a:p>
            <a:r>
              <a:rPr lang="en-US"/>
              <a:t>Click icon to add picture</a:t>
            </a:r>
            <a:endParaRPr lang="en-US" dirty="0"/>
          </a:p>
        </p:txBody>
      </p:sp>
      <p:sp>
        <p:nvSpPr>
          <p:cNvPr id="13" name="Text Placeholder 12"/>
          <p:cNvSpPr>
            <a:spLocks noGrp="1"/>
          </p:cNvSpPr>
          <p:nvPr>
            <p:ph type="body" sz="quarter" idx="14" hasCustomPrompt="1"/>
          </p:nvPr>
        </p:nvSpPr>
        <p:spPr>
          <a:xfrm>
            <a:off x="609600" y="1358681"/>
            <a:ext cx="6207659" cy="633082"/>
          </a:xfrm>
        </p:spPr>
        <p:txBody>
          <a:bodyPr/>
          <a:lstStyle>
            <a:lvl1pPr marL="0" indent="0">
              <a:buNone/>
              <a:defRPr>
                <a:solidFill>
                  <a:schemeClr val="bg1">
                    <a:lumMod val="85000"/>
                  </a:schemeClr>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AU" noProof="0" dirty="0"/>
              <a:t>Adrian Gould</a:t>
            </a:r>
            <a:endParaRPr lang="en-US" dirty="0"/>
          </a:p>
        </p:txBody>
      </p:sp>
      <p:sp>
        <p:nvSpPr>
          <p:cNvPr id="15" name="Text Placeholder 14"/>
          <p:cNvSpPr>
            <a:spLocks noGrp="1"/>
          </p:cNvSpPr>
          <p:nvPr>
            <p:ph type="body" sz="quarter" idx="15" hasCustomPrompt="1"/>
          </p:nvPr>
        </p:nvSpPr>
        <p:spPr>
          <a:xfrm>
            <a:off x="609600" y="2101835"/>
            <a:ext cx="6207659" cy="333547"/>
          </a:xfrm>
        </p:spPr>
        <p:txBody>
          <a:bodyPr>
            <a:normAutofit/>
          </a:bodyPr>
          <a:lstStyle>
            <a:lvl1pPr marL="0" indent="0">
              <a:buNone/>
              <a:defRPr sz="1100">
                <a:solidFill>
                  <a:schemeClr val="bg1">
                    <a:lumMod val="75000"/>
                  </a:schemeClr>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AU" noProof="0" dirty="0"/>
              <a:t>LECTURER SOFTWARE DEVELOPMENT, WEB DEVELOPMENT, IOT</a:t>
            </a:r>
            <a:endParaRPr lang="en-US" dirty="0"/>
          </a:p>
        </p:txBody>
      </p:sp>
    </p:spTree>
    <p:extLst>
      <p:ext uri="{BB962C8B-B14F-4D97-AF65-F5344CB8AC3E}">
        <p14:creationId xmlns:p14="http://schemas.microsoft.com/office/powerpoint/2010/main" val="166345045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6F489C6-6277-454E-AECF-6C3872A9450F}" type="datetimeFigureOut">
              <a:rPr lang="en-US" smtClean="0"/>
              <a:t>2/25/2026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741F46F4-8938-5C4A-A3E0-434D3C3588F4}" type="slidenum">
              <a:rPr lang="en-US" smtClean="0"/>
              <a:t>‹#›</a:t>
            </a:fld>
            <a:endParaRPr lang="en-US" dirty="0"/>
          </a:p>
        </p:txBody>
      </p:sp>
    </p:spTree>
    <p:extLst>
      <p:ext uri="{BB962C8B-B14F-4D97-AF65-F5344CB8AC3E}">
        <p14:creationId xmlns:p14="http://schemas.microsoft.com/office/powerpoint/2010/main" val="412209867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493776"/>
            <a:ext cx="4011084" cy="941324"/>
          </a:xfrm>
          <a:prstGeom prst="rect">
            <a:avLst/>
          </a:prstGeom>
        </p:spPr>
        <p:txBody>
          <a:bodyPr anchor="b"/>
          <a:lstStyle>
            <a:lvl1pPr algn="l">
              <a:defRPr sz="2000" b="1"/>
            </a:lvl1pPr>
          </a:lstStyle>
          <a:p>
            <a:r>
              <a:rPr lang="en-US" noProof="0"/>
              <a:t>Click to edit Master title style</a:t>
            </a:r>
            <a:endParaRPr lang="en-AU" noProof="0"/>
          </a:p>
        </p:txBody>
      </p:sp>
      <p:sp>
        <p:nvSpPr>
          <p:cNvPr id="3" name="Content Placeholder 2"/>
          <p:cNvSpPr>
            <a:spLocks noGrp="1"/>
          </p:cNvSpPr>
          <p:nvPr>
            <p:ph idx="1"/>
          </p:nvPr>
        </p:nvSpPr>
        <p:spPr>
          <a:xfrm>
            <a:off x="4766733" y="493776"/>
            <a:ext cx="6815667" cy="563239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AU" noProof="0"/>
          </a:p>
        </p:txBody>
      </p:sp>
      <p:sp>
        <p:nvSpPr>
          <p:cNvPr id="4" name="Text Placeholder 3"/>
          <p:cNvSpPr>
            <a:spLocks noGrp="1"/>
          </p:cNvSpPr>
          <p:nvPr>
            <p:ph type="body" sz="half" idx="2"/>
          </p:nvPr>
        </p:nvSpPr>
        <p:spPr>
          <a:xfrm>
            <a:off x="609602" y="1499615"/>
            <a:ext cx="4011084" cy="4626551"/>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noProof="0"/>
              <a:t>Edit Master text styles</a:t>
            </a:r>
          </a:p>
        </p:txBody>
      </p:sp>
      <p:sp>
        <p:nvSpPr>
          <p:cNvPr id="5" name="Date Placeholder 4"/>
          <p:cNvSpPr>
            <a:spLocks noGrp="1"/>
          </p:cNvSpPr>
          <p:nvPr>
            <p:ph type="dt" sz="half" idx="10"/>
          </p:nvPr>
        </p:nvSpPr>
        <p:spPr/>
        <p:txBody>
          <a:bodyPr/>
          <a:lstStyle/>
          <a:p>
            <a:fld id="{56F489C6-6277-454E-AECF-6C3872A9450F}" type="datetimeFigureOut">
              <a:rPr lang="en-US" smtClean="0"/>
              <a:t>2/25/2026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41F46F4-8938-5C4A-A3E0-434D3C3588F4}" type="slidenum">
              <a:rPr lang="en-US" smtClean="0"/>
              <a:t>‹#›</a:t>
            </a:fld>
            <a:endParaRPr lang="en-US" dirty="0"/>
          </a:p>
        </p:txBody>
      </p:sp>
    </p:spTree>
    <p:extLst>
      <p:ext uri="{BB962C8B-B14F-4D97-AF65-F5344CB8AC3E}">
        <p14:creationId xmlns:p14="http://schemas.microsoft.com/office/powerpoint/2010/main" val="56529159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a:prstGeom prst="rect">
            <a:avLst/>
          </a:prstGeom>
        </p:spPr>
        <p:txBody>
          <a:bodyPr anchor="b"/>
          <a:lstStyle>
            <a:lvl1pPr algn="l">
              <a:defRPr sz="2000" b="1"/>
            </a:lvl1pPr>
          </a:lstStyle>
          <a:p>
            <a:r>
              <a:rPr lang="en-US" noProof="0"/>
              <a:t>Click to edit Master title style</a:t>
            </a:r>
            <a:endParaRPr lang="en-AU" noProof="0"/>
          </a:p>
        </p:txBody>
      </p:sp>
      <p:sp>
        <p:nvSpPr>
          <p:cNvPr id="3" name="Picture Placeholder 2"/>
          <p:cNvSpPr>
            <a:spLocks noGrp="1"/>
          </p:cNvSpPr>
          <p:nvPr>
            <p:ph type="pic" idx="1"/>
          </p:nvPr>
        </p:nvSpPr>
        <p:spPr>
          <a:xfrm>
            <a:off x="2389717" y="612775"/>
            <a:ext cx="7315200" cy="4114800"/>
          </a:xfrm>
          <a:prstGeom prst="roundRect">
            <a:avLst>
              <a:gd name="adj" fmla="val 2544"/>
            </a:avLst>
          </a:prstGeom>
          <a:solidFill>
            <a:schemeClr val="tx2">
              <a:lumMod val="60000"/>
              <a:lumOff val="40000"/>
            </a:schemeClr>
          </a:solid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noProof="0"/>
              <a:t>Click icon to add picture</a:t>
            </a:r>
            <a:endParaRPr lang="en-AU"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noProof="0"/>
              <a:t>Edit Master text styles</a:t>
            </a:r>
          </a:p>
        </p:txBody>
      </p:sp>
      <p:sp>
        <p:nvSpPr>
          <p:cNvPr id="5" name="Date Placeholder 4"/>
          <p:cNvSpPr>
            <a:spLocks noGrp="1"/>
          </p:cNvSpPr>
          <p:nvPr>
            <p:ph type="dt" sz="half" idx="10"/>
          </p:nvPr>
        </p:nvSpPr>
        <p:spPr/>
        <p:txBody>
          <a:bodyPr/>
          <a:lstStyle/>
          <a:p>
            <a:fld id="{56F489C6-6277-454E-AECF-6C3872A9450F}" type="datetimeFigureOut">
              <a:rPr lang="en-US" smtClean="0"/>
              <a:t>2/25/2026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41F46F4-8938-5C4A-A3E0-434D3C3588F4}" type="slidenum">
              <a:rPr lang="en-US" smtClean="0"/>
              <a:t>‹#›</a:t>
            </a:fld>
            <a:endParaRPr lang="en-US" dirty="0"/>
          </a:p>
        </p:txBody>
      </p:sp>
    </p:spTree>
    <p:extLst>
      <p:ext uri="{BB962C8B-B14F-4D97-AF65-F5344CB8AC3E}">
        <p14:creationId xmlns:p14="http://schemas.microsoft.com/office/powerpoint/2010/main" val="30583857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8">
            <a:lum/>
          </a:blip>
          <a:srcRect/>
          <a:stretch>
            <a:fillRect/>
          </a:stretch>
        </a:blipFill>
        <a:effectLst/>
      </p:bgPr>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09600" y="1794617"/>
            <a:ext cx="10972800" cy="4563491"/>
          </a:xfrm>
          <a:prstGeom prst="rect">
            <a:avLst/>
          </a:prstGeom>
        </p:spPr>
        <p:txBody>
          <a:bodyPr vert="horz" lIns="91440" tIns="45720" rIns="91440" bIns="45720" rtlCol="0">
            <a:norm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AU" noProof="0"/>
          </a:p>
        </p:txBody>
      </p:sp>
      <p:sp>
        <p:nvSpPr>
          <p:cNvPr id="4" name="Date Placeholder 3"/>
          <p:cNvSpPr>
            <a:spLocks noGrp="1"/>
          </p:cNvSpPr>
          <p:nvPr>
            <p:ph type="dt" sz="half" idx="2"/>
          </p:nvPr>
        </p:nvSpPr>
        <p:spPr>
          <a:xfrm>
            <a:off x="609600" y="6482040"/>
            <a:ext cx="2844800" cy="301756"/>
          </a:xfrm>
          <a:prstGeom prst="rect">
            <a:avLst/>
          </a:prstGeom>
        </p:spPr>
        <p:txBody>
          <a:bodyPr vert="horz" lIns="91440" tIns="45720" rIns="91440" bIns="45720" rtlCol="0" anchor="ctr"/>
          <a:lstStyle>
            <a:lvl1pPr algn="l">
              <a:defRPr sz="1200" baseline="0">
                <a:solidFill>
                  <a:schemeClr val="accent2">
                    <a:lumMod val="50000"/>
                  </a:schemeClr>
                </a:solidFill>
              </a:defRPr>
            </a:lvl1pPr>
          </a:lstStyle>
          <a:p>
            <a:fld id="{56F489C6-6277-454E-AECF-6C3872A9450F}" type="datetimeFigureOut">
              <a:rPr lang="en-US" smtClean="0"/>
              <a:pPr/>
              <a:t>2/25/2026</a:t>
            </a:fld>
            <a:endParaRPr lang="en-US" dirty="0"/>
          </a:p>
        </p:txBody>
      </p:sp>
      <p:sp>
        <p:nvSpPr>
          <p:cNvPr id="5" name="Footer Placeholder 4"/>
          <p:cNvSpPr>
            <a:spLocks noGrp="1"/>
          </p:cNvSpPr>
          <p:nvPr>
            <p:ph type="ftr" sz="quarter" idx="3"/>
          </p:nvPr>
        </p:nvSpPr>
        <p:spPr>
          <a:xfrm>
            <a:off x="4165600" y="6482040"/>
            <a:ext cx="3860800" cy="301756"/>
          </a:xfrm>
          <a:prstGeom prst="rect">
            <a:avLst/>
          </a:prstGeom>
        </p:spPr>
        <p:txBody>
          <a:bodyPr vert="horz" lIns="91440" tIns="45720" rIns="91440" bIns="45720" rtlCol="0" anchor="ctr"/>
          <a:lstStyle>
            <a:lvl1pPr algn="ctr">
              <a:defRPr sz="1200" baseline="0">
                <a:solidFill>
                  <a:schemeClr val="accent2">
                    <a:lumMod val="50000"/>
                  </a:schemeClr>
                </a:solidFill>
              </a:defRPr>
            </a:lvl1pPr>
          </a:lstStyle>
          <a:p>
            <a:endParaRPr lang="en-US" dirty="0"/>
          </a:p>
        </p:txBody>
      </p:sp>
      <p:sp>
        <p:nvSpPr>
          <p:cNvPr id="6" name="Slide Number Placeholder 5"/>
          <p:cNvSpPr>
            <a:spLocks noGrp="1"/>
          </p:cNvSpPr>
          <p:nvPr>
            <p:ph type="sldNum" sz="quarter" idx="4"/>
          </p:nvPr>
        </p:nvSpPr>
        <p:spPr>
          <a:xfrm>
            <a:off x="8737600" y="6482040"/>
            <a:ext cx="2844800" cy="301756"/>
          </a:xfrm>
          <a:prstGeom prst="rect">
            <a:avLst/>
          </a:prstGeom>
        </p:spPr>
        <p:txBody>
          <a:bodyPr vert="horz" lIns="91440" tIns="45720" rIns="91440" bIns="45720" rtlCol="0" anchor="ctr"/>
          <a:lstStyle>
            <a:lvl1pPr algn="r">
              <a:defRPr sz="1200" baseline="0">
                <a:solidFill>
                  <a:schemeClr val="accent2">
                    <a:lumMod val="50000"/>
                  </a:schemeClr>
                </a:solidFill>
              </a:defRPr>
            </a:lvl1pPr>
          </a:lstStyle>
          <a:p>
            <a:fld id="{741F46F4-8938-5C4A-A3E0-434D3C3588F4}" type="slidenum">
              <a:rPr lang="en-US" smtClean="0"/>
              <a:pPr/>
              <a:t>‹#›</a:t>
            </a:fld>
            <a:endParaRPr lang="en-US" dirty="0"/>
          </a:p>
        </p:txBody>
      </p:sp>
      <p:sp>
        <p:nvSpPr>
          <p:cNvPr id="15" name="Title Placeholder 14">
            <a:extLst>
              <a:ext uri="{FF2B5EF4-FFF2-40B4-BE49-F238E27FC236}">
                <a16:creationId xmlns:a16="http://schemas.microsoft.com/office/drawing/2014/main" id="{ED1A118C-2DC5-9B4D-B303-C0863344BC99}"/>
              </a:ext>
            </a:extLst>
          </p:cNvPr>
          <p:cNvSpPr>
            <a:spLocks noGrp="1"/>
          </p:cNvSpPr>
          <p:nvPr>
            <p:ph type="title"/>
          </p:nvPr>
        </p:nvSpPr>
        <p:spPr>
          <a:xfrm>
            <a:off x="609601" y="477254"/>
            <a:ext cx="10972799" cy="1248943"/>
          </a:xfrm>
          <a:prstGeom prst="rect">
            <a:avLst/>
          </a:prstGeom>
        </p:spPr>
        <p:txBody>
          <a:bodyPr vert="horz" lIns="91440" tIns="45720" rIns="91440" bIns="45720" rtlCol="0" anchor="ctr">
            <a:normAutofit/>
          </a:bodyPr>
          <a:lstStyle/>
          <a:p>
            <a:r>
              <a:rPr lang="en-US" noProof="0"/>
              <a:t>Click to edit Master title style</a:t>
            </a:r>
            <a:endParaRPr lang="en-AU" noProof="0" dirty="0"/>
          </a:p>
        </p:txBody>
      </p:sp>
      <p:sp>
        <p:nvSpPr>
          <p:cNvPr id="7" name="TextBox 6">
            <a:extLst>
              <a:ext uri="{FF2B5EF4-FFF2-40B4-BE49-F238E27FC236}">
                <a16:creationId xmlns:a16="http://schemas.microsoft.com/office/drawing/2014/main" id="{AC5C6FA5-6B82-50B2-0469-BA6EDD91C122}"/>
              </a:ext>
            </a:extLst>
          </p:cNvPr>
          <p:cNvSpPr txBox="1"/>
          <p:nvPr userDrawn="1">
            <p:extLst>
              <p:ext uri="{1162E1C5-73C7-4A58-AE30-91384D911F3F}">
                <p184:classification xmlns:p184="http://schemas.microsoft.com/office/powerpoint/2018/4/main" val="hdr"/>
              </p:ext>
            </p:extLst>
          </p:nvPr>
        </p:nvSpPr>
        <p:spPr>
          <a:xfrm>
            <a:off x="5865813" y="63500"/>
            <a:ext cx="488950" cy="152400"/>
          </a:xfrm>
          <a:prstGeom prst="rect">
            <a:avLst/>
          </a:prstGeom>
        </p:spPr>
        <p:txBody>
          <a:bodyPr horzOverflow="overflow" lIns="0" tIns="0" rIns="0" bIns="0">
            <a:spAutoFit/>
          </a:bodyPr>
          <a:lstStyle/>
          <a:p>
            <a:pPr algn="l"/>
            <a:r>
              <a:rPr lang="en-AU" sz="1000">
                <a:solidFill>
                  <a:srgbClr val="FF0000"/>
                </a:solidFill>
                <a:latin typeface="Calibri" panose="020F0502020204030204" pitchFamily="34" charset="0"/>
                <a:ea typeface="Calibri" panose="020F0502020204030204" pitchFamily="34" charset="0"/>
                <a:cs typeface="Calibri" panose="020F0502020204030204" pitchFamily="34" charset="0"/>
              </a:rPr>
              <a:t>OFFICIAL</a:t>
            </a:r>
          </a:p>
        </p:txBody>
      </p:sp>
    </p:spTree>
    <p:extLst>
      <p:ext uri="{BB962C8B-B14F-4D97-AF65-F5344CB8AC3E}">
        <p14:creationId xmlns:p14="http://schemas.microsoft.com/office/powerpoint/2010/main" val="701323445"/>
      </p:ext>
    </p:extLst>
  </p:cSld>
  <p:clrMap bg1="lt1" tx1="dk1" bg2="lt2" tx2="dk2" accent1="accent1" accent2="accent2" accent3="accent3" accent4="accent4" accent5="accent5" accent6="accent6" hlink="hlink" folHlink="folHlink"/>
  <p:sldLayoutIdLst>
    <p:sldLayoutId id="2147483667" r:id="rId1"/>
    <p:sldLayoutId id="2147483651" r:id="rId2"/>
    <p:sldLayoutId id="2147483650" r:id="rId3"/>
    <p:sldLayoutId id="2147483665" r:id="rId4"/>
    <p:sldLayoutId id="2147483652" r:id="rId5"/>
    <p:sldLayoutId id="2147483653" r:id="rId6"/>
    <p:sldLayoutId id="2147483661" r:id="rId7"/>
    <p:sldLayoutId id="2147483662" r:id="rId8"/>
    <p:sldLayoutId id="2147483654" r:id="rId9"/>
    <p:sldLayoutId id="2147483663" r:id="rId10"/>
    <p:sldLayoutId id="2147483664" r:id="rId11"/>
    <p:sldLayoutId id="2147483660" r:id="rId12"/>
    <p:sldLayoutId id="2147483668" r:id="rId13"/>
    <p:sldLayoutId id="2147483655" r:id="rId14"/>
    <p:sldLayoutId id="2147483656" r:id="rId15"/>
    <p:sldLayoutId id="2147483657" r:id="rId16"/>
  </p:sldLayoutIdLst>
  <p:txStyles>
    <p:titleStyle>
      <a:lvl1pPr algn="l" defTabSz="457200" rtl="0" eaLnBrk="1" latinLnBrk="0" hangingPunct="1">
        <a:spcBef>
          <a:spcPct val="0"/>
        </a:spcBef>
        <a:buNone/>
        <a:defRPr sz="4200" b="1" i="0" kern="1200" spc="50" baseline="0">
          <a:solidFill>
            <a:schemeClr val="bg1">
              <a:lumMod val="95000"/>
            </a:schemeClr>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baseline="0">
          <a:solidFill>
            <a:schemeClr val="bg1">
              <a:lumMod val="95000"/>
            </a:schemeClr>
          </a:solidFill>
          <a:latin typeface="+mn-lt"/>
          <a:ea typeface="+mn-ea"/>
          <a:cs typeface="+mn-cs"/>
        </a:defRPr>
      </a:lvl1pPr>
      <a:lvl2pPr marL="742950" indent="-285750" algn="l" defTabSz="457200" rtl="0" eaLnBrk="1" latinLnBrk="0" hangingPunct="1">
        <a:spcBef>
          <a:spcPct val="20000"/>
        </a:spcBef>
        <a:buFont typeface="Arial"/>
        <a:buChar char="–"/>
        <a:defRPr sz="2800" kern="1200" baseline="0">
          <a:solidFill>
            <a:schemeClr val="bg1">
              <a:lumMod val="95000"/>
            </a:schemeClr>
          </a:solidFill>
          <a:latin typeface="+mn-lt"/>
          <a:ea typeface="+mn-ea"/>
          <a:cs typeface="+mn-cs"/>
        </a:defRPr>
      </a:lvl2pPr>
      <a:lvl3pPr marL="1143000" indent="-228600" algn="l" defTabSz="457200" rtl="0" eaLnBrk="1" latinLnBrk="0" hangingPunct="1">
        <a:spcBef>
          <a:spcPct val="20000"/>
        </a:spcBef>
        <a:buFont typeface="Arial"/>
        <a:buChar char="•"/>
        <a:defRPr sz="2400" kern="1200" baseline="0">
          <a:solidFill>
            <a:schemeClr val="bg1">
              <a:lumMod val="95000"/>
            </a:schemeClr>
          </a:solidFill>
          <a:latin typeface="+mn-lt"/>
          <a:ea typeface="+mn-ea"/>
          <a:cs typeface="+mn-cs"/>
        </a:defRPr>
      </a:lvl3pPr>
      <a:lvl4pPr marL="1600200" indent="-228600" algn="l" defTabSz="457200" rtl="0" eaLnBrk="1" latinLnBrk="0" hangingPunct="1">
        <a:spcBef>
          <a:spcPct val="20000"/>
        </a:spcBef>
        <a:buFont typeface="Arial"/>
        <a:buChar char="–"/>
        <a:defRPr sz="2000" kern="1200" baseline="0">
          <a:solidFill>
            <a:schemeClr val="bg1">
              <a:lumMod val="95000"/>
            </a:schemeClr>
          </a:solidFill>
          <a:latin typeface="+mn-lt"/>
          <a:ea typeface="+mn-ea"/>
          <a:cs typeface="+mn-cs"/>
        </a:defRPr>
      </a:lvl4pPr>
      <a:lvl5pPr marL="2057400" indent="-228600" algn="l" defTabSz="457200" rtl="0" eaLnBrk="1" latinLnBrk="0" hangingPunct="1">
        <a:spcBef>
          <a:spcPct val="20000"/>
        </a:spcBef>
        <a:buFont typeface="Arial"/>
        <a:buChar char="»"/>
        <a:defRPr sz="2000" kern="1200" baseline="0">
          <a:solidFill>
            <a:schemeClr val="bg1">
              <a:lumMod val="95000"/>
            </a:schemeClr>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www.youtube.com/watch?v=1Lfv5tUGsn8" TargetMode="External"/><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hyperlink" Target="https://docs.python.org/3/library/unittest.mock.html" TargetMode="External"/><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Intermediate programming</a:t>
            </a:r>
            <a:br>
              <a:rPr lang="en-US" dirty="0"/>
            </a:br>
            <a:r>
              <a:rPr lang="en-US" dirty="0"/>
              <a:t>Unit Tests</a:t>
            </a:r>
            <a:endParaRPr lang="en-AU" dirty="0"/>
          </a:p>
        </p:txBody>
      </p:sp>
      <p:graphicFrame>
        <p:nvGraphicFramePr>
          <p:cNvPr id="20" name="Table Placeholder 19"/>
          <p:cNvGraphicFramePr>
            <a:graphicFrameLocks noGrp="1"/>
          </p:cNvGraphicFramePr>
          <p:nvPr>
            <p:ph type="tbl" sz="quarter" idx="13"/>
          </p:nvPr>
        </p:nvGraphicFramePr>
        <p:xfrm>
          <a:off x="1050925" y="5448362"/>
          <a:ext cx="10083800" cy="827997"/>
        </p:xfrm>
        <a:graphic>
          <a:graphicData uri="http://schemas.openxmlformats.org/drawingml/2006/table">
            <a:tbl>
              <a:tblPr firstCol="1" bandRow="1">
                <a:tableStyleId>{0E3FDE45-AF77-4B5C-9715-49D594BDF05E}</a:tableStyleId>
              </a:tblPr>
              <a:tblGrid>
                <a:gridCol w="1718238">
                  <a:extLst>
                    <a:ext uri="{9D8B030D-6E8A-4147-A177-3AD203B41FA5}">
                      <a16:colId xmlns:a16="http://schemas.microsoft.com/office/drawing/2014/main" val="1432791058"/>
                    </a:ext>
                  </a:extLst>
                </a:gridCol>
                <a:gridCol w="8365562">
                  <a:extLst>
                    <a:ext uri="{9D8B030D-6E8A-4147-A177-3AD203B41FA5}">
                      <a16:colId xmlns:a16="http://schemas.microsoft.com/office/drawing/2014/main" val="517524959"/>
                    </a:ext>
                  </a:extLst>
                </a:gridCol>
              </a:tblGrid>
              <a:tr h="275999">
                <a:tc>
                  <a:txBody>
                    <a:bodyPr/>
                    <a:lstStyle/>
                    <a:p>
                      <a:pPr>
                        <a:spcBef>
                          <a:spcPts val="300"/>
                        </a:spcBef>
                        <a:spcAft>
                          <a:spcPts val="300"/>
                        </a:spcAft>
                      </a:pPr>
                      <a:r>
                        <a:rPr lang="en-US" sz="1100" dirty="0">
                          <a:solidFill>
                            <a:schemeClr val="bg1">
                              <a:lumMod val="85000"/>
                            </a:schemeClr>
                          </a:solidFill>
                          <a:effectLst/>
                          <a:latin typeface="Arial" panose="020B0604020202020204" pitchFamily="34" charset="0"/>
                          <a:ea typeface="Times New Roman" panose="02020603050405020304" pitchFamily="18" charset="0"/>
                        </a:rPr>
                        <a:t>ICTPRG439</a:t>
                      </a:r>
                      <a:endParaRPr lang="en-AU" sz="1200" dirty="0">
                        <a:solidFill>
                          <a:schemeClr val="bg1">
                            <a:lumMod val="85000"/>
                          </a:schemeClr>
                        </a:solidFill>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just">
                        <a:lnSpc>
                          <a:spcPct val="115000"/>
                        </a:lnSpc>
                      </a:pPr>
                      <a:r>
                        <a:rPr lang="en-AU" sz="1000">
                          <a:solidFill>
                            <a:schemeClr val="bg1">
                              <a:lumMod val="85000"/>
                            </a:schemeClr>
                          </a:solidFill>
                          <a:effectLst/>
                          <a:latin typeface="Arial" panose="020B0604020202020204" pitchFamily="34" charset="0"/>
                          <a:ea typeface="SimSun" panose="02010600030101010101" pitchFamily="2" charset="-122"/>
                        </a:rPr>
                        <a:t>Use pre-existing components</a:t>
                      </a:r>
                      <a:endParaRPr lang="en-AU" sz="1200">
                        <a:solidFill>
                          <a:schemeClr val="bg1">
                            <a:lumMod val="85000"/>
                          </a:schemeClr>
                        </a:solidFill>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2402270444"/>
                  </a:ext>
                </a:extLst>
              </a:tr>
              <a:tr h="275999">
                <a:tc>
                  <a:txBody>
                    <a:bodyPr/>
                    <a:lstStyle/>
                    <a:p>
                      <a:pPr>
                        <a:spcBef>
                          <a:spcPts val="300"/>
                        </a:spcBef>
                        <a:spcAft>
                          <a:spcPts val="300"/>
                        </a:spcAft>
                      </a:pPr>
                      <a:r>
                        <a:rPr lang="en-US" sz="1100" dirty="0">
                          <a:solidFill>
                            <a:schemeClr val="bg1">
                              <a:lumMod val="85000"/>
                            </a:schemeClr>
                          </a:solidFill>
                          <a:effectLst/>
                          <a:latin typeface="Arial" panose="020B0604020202020204" pitchFamily="34" charset="0"/>
                          <a:ea typeface="Times New Roman" panose="02020603050405020304" pitchFamily="18" charset="0"/>
                        </a:rPr>
                        <a:t>ICTPRG429</a:t>
                      </a:r>
                      <a:endParaRPr lang="en-AU" sz="1200" dirty="0">
                        <a:solidFill>
                          <a:schemeClr val="bg1">
                            <a:lumMod val="85000"/>
                          </a:schemeClr>
                        </a:solidFill>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spcBef>
                          <a:spcPts val="300"/>
                        </a:spcBef>
                        <a:spcAft>
                          <a:spcPts val="300"/>
                        </a:spcAft>
                      </a:pPr>
                      <a:r>
                        <a:rPr lang="en-AU" sz="1000">
                          <a:solidFill>
                            <a:schemeClr val="bg1">
                              <a:lumMod val="85000"/>
                            </a:schemeClr>
                          </a:solidFill>
                          <a:effectLst/>
                          <a:latin typeface="Arial" panose="020B0604020202020204" pitchFamily="34" charset="0"/>
                          <a:ea typeface="SimSun" panose="02010600030101010101" pitchFamily="2" charset="-122"/>
                        </a:rPr>
                        <a:t>Maintain open-source code programs</a:t>
                      </a:r>
                      <a:endParaRPr lang="en-AU" sz="1200">
                        <a:solidFill>
                          <a:schemeClr val="bg1">
                            <a:lumMod val="85000"/>
                          </a:schemeClr>
                        </a:solidFill>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2518773640"/>
                  </a:ext>
                </a:extLst>
              </a:tr>
              <a:tr h="275999">
                <a:tc>
                  <a:txBody>
                    <a:bodyPr/>
                    <a:lstStyle/>
                    <a:p>
                      <a:pPr>
                        <a:spcBef>
                          <a:spcPts val="300"/>
                        </a:spcBef>
                        <a:spcAft>
                          <a:spcPts val="300"/>
                        </a:spcAft>
                      </a:pPr>
                      <a:r>
                        <a:rPr lang="en-US" sz="1100">
                          <a:solidFill>
                            <a:schemeClr val="bg1">
                              <a:lumMod val="85000"/>
                            </a:schemeClr>
                          </a:solidFill>
                          <a:effectLst/>
                          <a:latin typeface="Arial" panose="020B0604020202020204" pitchFamily="34" charset="0"/>
                          <a:ea typeface="Times New Roman" panose="02020603050405020304" pitchFamily="18" charset="0"/>
                        </a:rPr>
                        <a:t>ICTPRG443</a:t>
                      </a:r>
                      <a:endParaRPr lang="en-AU" sz="1200">
                        <a:solidFill>
                          <a:schemeClr val="bg1">
                            <a:lumMod val="85000"/>
                          </a:schemeClr>
                        </a:solidFill>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spcBef>
                          <a:spcPts val="300"/>
                        </a:spcBef>
                        <a:spcAft>
                          <a:spcPts val="300"/>
                        </a:spcAft>
                      </a:pPr>
                      <a:r>
                        <a:rPr lang="en-AU" sz="1000" dirty="0">
                          <a:solidFill>
                            <a:schemeClr val="bg1">
                              <a:lumMod val="85000"/>
                            </a:schemeClr>
                          </a:solidFill>
                          <a:effectLst/>
                          <a:latin typeface="Arial" panose="020B0604020202020204" pitchFamily="34" charset="0"/>
                          <a:ea typeface="SimSun" panose="02010600030101010101" pitchFamily="2" charset="-122"/>
                        </a:rPr>
                        <a:t>Apply intermediate programming skills in different languages</a:t>
                      </a:r>
                      <a:endParaRPr lang="en-AU" sz="1200" dirty="0">
                        <a:solidFill>
                          <a:schemeClr val="bg1">
                            <a:lumMod val="85000"/>
                          </a:schemeClr>
                        </a:solidFill>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4259170586"/>
                  </a:ext>
                </a:extLst>
              </a:tr>
            </a:tbl>
          </a:graphicData>
        </a:graphic>
      </p:graphicFrame>
      <p:sp>
        <p:nvSpPr>
          <p:cNvPr id="17" name="Text Placeholder 16"/>
          <p:cNvSpPr>
            <a:spLocks noGrp="1"/>
          </p:cNvSpPr>
          <p:nvPr>
            <p:ph type="body" sz="quarter" idx="15"/>
          </p:nvPr>
        </p:nvSpPr>
        <p:spPr>
          <a:xfrm>
            <a:off x="1051130" y="5081097"/>
            <a:ext cx="10084038" cy="428986"/>
          </a:xfrm>
        </p:spPr>
        <p:txBody>
          <a:bodyPr/>
          <a:lstStyle/>
          <a:p>
            <a:r>
              <a:rPr lang="en-AU" dirty="0"/>
              <a:t>Cluster: Intermediate programming and open source (IPOS)</a:t>
            </a:r>
          </a:p>
        </p:txBody>
      </p:sp>
      <p:sp>
        <p:nvSpPr>
          <p:cNvPr id="40" name="Text Placeholder 39"/>
          <p:cNvSpPr>
            <a:spLocks noGrp="1"/>
          </p:cNvSpPr>
          <p:nvPr>
            <p:ph type="body" sz="quarter" idx="16"/>
          </p:nvPr>
        </p:nvSpPr>
        <p:spPr>
          <a:xfrm>
            <a:off x="2991027" y="2862840"/>
            <a:ext cx="8144143" cy="1131091"/>
          </a:xfrm>
        </p:spPr>
        <p:txBody>
          <a:bodyPr/>
          <a:lstStyle/>
          <a:p>
            <a:r>
              <a:rPr lang="en-AU" dirty="0"/>
              <a:t>John Robertson</a:t>
            </a:r>
          </a:p>
        </p:txBody>
      </p:sp>
      <p:sp>
        <p:nvSpPr>
          <p:cNvPr id="41" name="Content Placeholder 40"/>
          <p:cNvSpPr>
            <a:spLocks noGrp="1"/>
          </p:cNvSpPr>
          <p:nvPr>
            <p:ph sz="quarter" idx="17"/>
          </p:nvPr>
        </p:nvSpPr>
        <p:spPr>
          <a:xfrm>
            <a:off x="1050925" y="4230443"/>
            <a:ext cx="10083800" cy="602809"/>
          </a:xfrm>
        </p:spPr>
        <p:txBody>
          <a:bodyPr/>
          <a:lstStyle/>
          <a:p>
            <a:r>
              <a:rPr lang="en-AU" dirty="0"/>
              <a:t>ICT40220 Certificate IV in Information Technology (Programming)</a:t>
            </a:r>
          </a:p>
        </p:txBody>
      </p:sp>
      <p:sp>
        <p:nvSpPr>
          <p:cNvPr id="4" name="Text Placeholder 3">
            <a:extLst>
              <a:ext uri="{FF2B5EF4-FFF2-40B4-BE49-F238E27FC236}">
                <a16:creationId xmlns:a16="http://schemas.microsoft.com/office/drawing/2014/main" id="{21F81A4C-2E98-64A7-48E3-0EE8B192F7DC}"/>
              </a:ext>
            </a:extLst>
          </p:cNvPr>
          <p:cNvSpPr>
            <a:spLocks noGrp="1"/>
          </p:cNvSpPr>
          <p:nvPr>
            <p:ph type="body" sz="quarter" idx="14"/>
          </p:nvPr>
        </p:nvSpPr>
        <p:spPr/>
        <p:txBody>
          <a:bodyPr/>
          <a:lstStyle/>
          <a:p>
            <a:r>
              <a:rPr lang="en-US" dirty="0"/>
              <a:t>Session 04</a:t>
            </a:r>
          </a:p>
        </p:txBody>
      </p:sp>
    </p:spTree>
    <p:extLst>
      <p:ext uri="{BB962C8B-B14F-4D97-AF65-F5344CB8AC3E}">
        <p14:creationId xmlns:p14="http://schemas.microsoft.com/office/powerpoint/2010/main" val="9133448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1D02B3-9981-554B-BF0C-B483102A25F2}"/>
              </a:ext>
            </a:extLst>
          </p:cNvPr>
          <p:cNvSpPr>
            <a:spLocks noGrp="1"/>
          </p:cNvSpPr>
          <p:nvPr>
            <p:ph type="title"/>
          </p:nvPr>
        </p:nvSpPr>
        <p:spPr/>
        <p:txBody>
          <a:bodyPr>
            <a:noAutofit/>
          </a:bodyPr>
          <a:lstStyle/>
          <a:p>
            <a:r>
              <a:rPr lang="en-US" sz="3600" dirty="0"/>
              <a:t>In this session, you will learn about unit testing</a:t>
            </a:r>
          </a:p>
        </p:txBody>
      </p:sp>
      <p:sp>
        <p:nvSpPr>
          <p:cNvPr id="3" name="Content Placeholder 2">
            <a:extLst>
              <a:ext uri="{FF2B5EF4-FFF2-40B4-BE49-F238E27FC236}">
                <a16:creationId xmlns:a16="http://schemas.microsoft.com/office/drawing/2014/main" id="{F9216F6E-382E-4D42-9803-848A373BF04C}"/>
              </a:ext>
            </a:extLst>
          </p:cNvPr>
          <p:cNvSpPr>
            <a:spLocks noGrp="1"/>
          </p:cNvSpPr>
          <p:nvPr>
            <p:ph idx="1"/>
          </p:nvPr>
        </p:nvSpPr>
        <p:spPr/>
        <p:txBody>
          <a:bodyPr>
            <a:normAutofit/>
          </a:bodyPr>
          <a:lstStyle/>
          <a:p>
            <a:r>
              <a:rPr lang="en-US" dirty="0"/>
              <a:t>Background about unit testing</a:t>
            </a:r>
          </a:p>
          <a:p>
            <a:r>
              <a:rPr lang="en-US" dirty="0"/>
              <a:t>Short video about unit testing in Python</a:t>
            </a:r>
          </a:p>
          <a:p>
            <a:pPr lvl="1"/>
            <a:r>
              <a:rPr lang="en-US" dirty="0" err="1"/>
              <a:t>Socratica</a:t>
            </a:r>
            <a:r>
              <a:rPr lang="en-US" dirty="0"/>
              <a:t>: </a:t>
            </a:r>
            <a:r>
              <a:rPr lang="en-US" dirty="0">
                <a:hlinkClick r:id="rId3"/>
              </a:rPr>
              <a:t>https://www.youtube.com/watch?v=1Lfv5tUGsn8</a:t>
            </a:r>
            <a:r>
              <a:rPr lang="en-US" dirty="0"/>
              <a:t> </a:t>
            </a:r>
          </a:p>
          <a:p>
            <a:r>
              <a:rPr lang="en-US" dirty="0"/>
              <a:t>Components of the Python </a:t>
            </a:r>
            <a:r>
              <a:rPr lang="en-US" dirty="0" err="1">
                <a:solidFill>
                  <a:srgbClr val="C00000"/>
                </a:solidFill>
                <a:latin typeface="Consolas" panose="020B0609020204030204" pitchFamily="49" charset="0"/>
                <a:cs typeface="Consolas" panose="020B0609020204030204" pitchFamily="49" charset="0"/>
              </a:rPr>
              <a:t>unittest</a:t>
            </a:r>
            <a:r>
              <a:rPr lang="en-US" dirty="0"/>
              <a:t> framework</a:t>
            </a:r>
          </a:p>
          <a:p>
            <a:r>
              <a:rPr lang="en-US" dirty="0"/>
              <a:t>Exercise:</a:t>
            </a:r>
          </a:p>
          <a:p>
            <a:pPr lvl="1"/>
            <a:r>
              <a:rPr lang="en-US" dirty="0"/>
              <a:t>Write your first unit test</a:t>
            </a:r>
          </a:p>
          <a:p>
            <a:r>
              <a:rPr lang="en-US" dirty="0"/>
              <a:t>Wrap up</a:t>
            </a:r>
          </a:p>
          <a:p>
            <a:r>
              <a:rPr lang="en-US" dirty="0"/>
              <a:t>Session duration: about 40 minutes</a:t>
            </a:r>
          </a:p>
          <a:p>
            <a:endParaRPr lang="en-US" dirty="0"/>
          </a:p>
        </p:txBody>
      </p:sp>
    </p:spTree>
    <p:extLst>
      <p:ext uri="{BB962C8B-B14F-4D97-AF65-F5344CB8AC3E}">
        <p14:creationId xmlns:p14="http://schemas.microsoft.com/office/powerpoint/2010/main" val="23947367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1D02B3-9981-554B-BF0C-B483102A25F2}"/>
              </a:ext>
            </a:extLst>
          </p:cNvPr>
          <p:cNvSpPr>
            <a:spLocks noGrp="1"/>
          </p:cNvSpPr>
          <p:nvPr>
            <p:ph type="title"/>
          </p:nvPr>
        </p:nvSpPr>
        <p:spPr>
          <a:xfrm>
            <a:off x="609600" y="499892"/>
            <a:ext cx="5196396" cy="1003205"/>
          </a:xfrm>
        </p:spPr>
        <p:txBody>
          <a:bodyPr>
            <a:noAutofit/>
          </a:bodyPr>
          <a:lstStyle/>
          <a:p>
            <a:r>
              <a:rPr lang="en-US" sz="3600" dirty="0"/>
              <a:t>Testing as a Discipline</a:t>
            </a:r>
          </a:p>
        </p:txBody>
      </p:sp>
      <p:graphicFrame>
        <p:nvGraphicFramePr>
          <p:cNvPr id="4" name="Content Placeholder 3">
            <a:extLst>
              <a:ext uri="{FF2B5EF4-FFF2-40B4-BE49-F238E27FC236}">
                <a16:creationId xmlns:a16="http://schemas.microsoft.com/office/drawing/2014/main" id="{29281E4E-0C45-209B-196F-2E760B5A0F96}"/>
              </a:ext>
            </a:extLst>
          </p:cNvPr>
          <p:cNvGraphicFramePr>
            <a:graphicFrameLocks noGrp="1"/>
          </p:cNvGraphicFramePr>
          <p:nvPr>
            <p:ph idx="1"/>
            <p:extLst>
              <p:ext uri="{D42A27DB-BD31-4B8C-83A1-F6EECF244321}">
                <p14:modId xmlns:p14="http://schemas.microsoft.com/office/powerpoint/2010/main" val="3048797602"/>
              </p:ext>
            </p:extLst>
          </p:nvPr>
        </p:nvGraphicFramePr>
        <p:xfrm>
          <a:off x="5397624" y="1146883"/>
          <a:ext cx="6924582" cy="512075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Content Placeholder 2">
            <a:extLst>
              <a:ext uri="{FF2B5EF4-FFF2-40B4-BE49-F238E27FC236}">
                <a16:creationId xmlns:a16="http://schemas.microsoft.com/office/drawing/2014/main" id="{E93578DA-D6EF-A8FA-997C-0F125F57D870}"/>
              </a:ext>
            </a:extLst>
          </p:cNvPr>
          <p:cNvSpPr txBox="1">
            <a:spLocks/>
          </p:cNvSpPr>
          <p:nvPr/>
        </p:nvSpPr>
        <p:spPr>
          <a:xfrm>
            <a:off x="609599" y="1794617"/>
            <a:ext cx="5764567" cy="4563491"/>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baseline="0">
                <a:solidFill>
                  <a:schemeClr val="bg1">
                    <a:lumMod val="95000"/>
                  </a:schemeClr>
                </a:solidFill>
                <a:latin typeface="+mn-lt"/>
                <a:ea typeface="+mn-ea"/>
                <a:cs typeface="+mn-cs"/>
              </a:defRPr>
            </a:lvl1pPr>
            <a:lvl2pPr marL="742950" indent="-285750" algn="l" defTabSz="457200" rtl="0" eaLnBrk="1" latinLnBrk="0" hangingPunct="1">
              <a:spcBef>
                <a:spcPct val="20000"/>
              </a:spcBef>
              <a:buFont typeface="Arial"/>
              <a:buChar char="–"/>
              <a:defRPr sz="2800" kern="1200" baseline="0">
                <a:solidFill>
                  <a:schemeClr val="bg1">
                    <a:lumMod val="95000"/>
                  </a:schemeClr>
                </a:solidFill>
                <a:latin typeface="+mn-lt"/>
                <a:ea typeface="+mn-ea"/>
                <a:cs typeface="+mn-cs"/>
              </a:defRPr>
            </a:lvl2pPr>
            <a:lvl3pPr marL="1143000" indent="-228600" algn="l" defTabSz="457200" rtl="0" eaLnBrk="1" latinLnBrk="0" hangingPunct="1">
              <a:spcBef>
                <a:spcPct val="20000"/>
              </a:spcBef>
              <a:buFont typeface="Arial"/>
              <a:buChar char="•"/>
              <a:defRPr sz="2400" kern="1200" baseline="0">
                <a:solidFill>
                  <a:schemeClr val="bg1">
                    <a:lumMod val="95000"/>
                  </a:schemeClr>
                </a:solidFill>
                <a:latin typeface="+mn-lt"/>
                <a:ea typeface="+mn-ea"/>
                <a:cs typeface="+mn-cs"/>
              </a:defRPr>
            </a:lvl3pPr>
            <a:lvl4pPr marL="1600200" indent="-228600" algn="l" defTabSz="457200" rtl="0" eaLnBrk="1" latinLnBrk="0" hangingPunct="1">
              <a:spcBef>
                <a:spcPct val="20000"/>
              </a:spcBef>
              <a:buFont typeface="Arial"/>
              <a:buChar char="–"/>
              <a:defRPr sz="2000" kern="1200" baseline="0">
                <a:solidFill>
                  <a:schemeClr val="bg1">
                    <a:lumMod val="95000"/>
                  </a:schemeClr>
                </a:solidFill>
                <a:latin typeface="+mn-lt"/>
                <a:ea typeface="+mn-ea"/>
                <a:cs typeface="+mn-cs"/>
              </a:defRPr>
            </a:lvl4pPr>
            <a:lvl5pPr marL="2057400" indent="-228600" algn="l" defTabSz="457200" rtl="0" eaLnBrk="1" latinLnBrk="0" hangingPunct="1">
              <a:spcBef>
                <a:spcPct val="20000"/>
              </a:spcBef>
              <a:buFont typeface="Arial"/>
              <a:buChar char="»"/>
              <a:defRPr sz="2000" kern="1200" baseline="0">
                <a:solidFill>
                  <a:schemeClr val="bg1">
                    <a:lumMod val="95000"/>
                  </a:schemeClr>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800" dirty="0"/>
              <a:t>The cycle for building your tests should be consistent across the project/team</a:t>
            </a:r>
          </a:p>
          <a:p>
            <a:endParaRPr lang="en-US" sz="2800" dirty="0"/>
          </a:p>
          <a:p>
            <a:r>
              <a:rPr lang="en-US" sz="2800" dirty="0"/>
              <a:t>This process is independent of the language you are using</a:t>
            </a:r>
          </a:p>
          <a:p>
            <a:endParaRPr lang="en-US" sz="2800" dirty="0"/>
          </a:p>
          <a:p>
            <a:r>
              <a:rPr lang="en-US" sz="2800" dirty="0"/>
              <a:t>The key to long term maintenance &amp; development</a:t>
            </a:r>
          </a:p>
          <a:p>
            <a:pPr lvl="1"/>
            <a:endParaRPr lang="en-US" dirty="0"/>
          </a:p>
        </p:txBody>
      </p:sp>
    </p:spTree>
    <p:extLst>
      <p:ext uri="{BB962C8B-B14F-4D97-AF65-F5344CB8AC3E}">
        <p14:creationId xmlns:p14="http://schemas.microsoft.com/office/powerpoint/2010/main" val="23211663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1D02B3-9981-554B-BF0C-B483102A25F2}"/>
              </a:ext>
            </a:extLst>
          </p:cNvPr>
          <p:cNvSpPr>
            <a:spLocks noGrp="1"/>
          </p:cNvSpPr>
          <p:nvPr>
            <p:ph type="title"/>
          </p:nvPr>
        </p:nvSpPr>
        <p:spPr>
          <a:xfrm>
            <a:off x="609599" y="499892"/>
            <a:ext cx="11295355" cy="1003205"/>
          </a:xfrm>
        </p:spPr>
        <p:txBody>
          <a:bodyPr>
            <a:noAutofit/>
          </a:bodyPr>
          <a:lstStyle/>
          <a:p>
            <a:r>
              <a:rPr lang="en-US" sz="3600" dirty="0"/>
              <a:t>Testing in Project Methodology</a:t>
            </a:r>
          </a:p>
        </p:txBody>
      </p:sp>
      <p:pic>
        <p:nvPicPr>
          <p:cNvPr id="8" name="Picture 7" descr="A diagram of a software development process&#10;&#10;AI-generated content may be incorrect.">
            <a:extLst>
              <a:ext uri="{FF2B5EF4-FFF2-40B4-BE49-F238E27FC236}">
                <a16:creationId xmlns:a16="http://schemas.microsoft.com/office/drawing/2014/main" id="{5B9A7DE4-1BCC-4DD6-D76A-603EF3AA4B02}"/>
              </a:ext>
            </a:extLst>
          </p:cNvPr>
          <p:cNvPicPr>
            <a:picLocks noChangeAspect="1"/>
          </p:cNvPicPr>
          <p:nvPr/>
        </p:nvPicPr>
        <p:blipFill>
          <a:blip r:embed="rId3"/>
          <a:stretch>
            <a:fillRect/>
          </a:stretch>
        </p:blipFill>
        <p:spPr>
          <a:xfrm>
            <a:off x="2139804" y="1549708"/>
            <a:ext cx="7912392" cy="4450720"/>
          </a:xfrm>
          <a:prstGeom prst="rect">
            <a:avLst/>
          </a:prstGeom>
        </p:spPr>
      </p:pic>
      <p:sp>
        <p:nvSpPr>
          <p:cNvPr id="10" name="TextBox 9">
            <a:extLst>
              <a:ext uri="{FF2B5EF4-FFF2-40B4-BE49-F238E27FC236}">
                <a16:creationId xmlns:a16="http://schemas.microsoft.com/office/drawing/2014/main" id="{DCE5D433-CE14-42D6-BEBD-1D1DBBCBC495}"/>
              </a:ext>
            </a:extLst>
          </p:cNvPr>
          <p:cNvSpPr txBox="1"/>
          <p:nvPr/>
        </p:nvSpPr>
        <p:spPr>
          <a:xfrm>
            <a:off x="3210016" y="6173442"/>
            <a:ext cx="6094520" cy="369332"/>
          </a:xfrm>
          <a:prstGeom prst="rect">
            <a:avLst/>
          </a:prstGeom>
          <a:noFill/>
        </p:spPr>
        <p:txBody>
          <a:bodyPr wrap="square">
            <a:spAutoFit/>
          </a:bodyPr>
          <a:lstStyle/>
          <a:p>
            <a:r>
              <a:rPr lang="en-AU" dirty="0">
                <a:solidFill>
                  <a:schemeClr val="bg1"/>
                </a:solidFill>
              </a:rPr>
              <a:t>https://hackr.io/blog/project-manager-interview-questions</a:t>
            </a:r>
          </a:p>
        </p:txBody>
      </p:sp>
    </p:spTree>
    <p:extLst>
      <p:ext uri="{BB962C8B-B14F-4D97-AF65-F5344CB8AC3E}">
        <p14:creationId xmlns:p14="http://schemas.microsoft.com/office/powerpoint/2010/main" val="37278294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1D02B3-9981-554B-BF0C-B483102A25F2}"/>
              </a:ext>
            </a:extLst>
          </p:cNvPr>
          <p:cNvSpPr>
            <a:spLocks noGrp="1"/>
          </p:cNvSpPr>
          <p:nvPr>
            <p:ph type="title"/>
          </p:nvPr>
        </p:nvSpPr>
        <p:spPr>
          <a:xfrm>
            <a:off x="609600" y="499892"/>
            <a:ext cx="5196396" cy="1003205"/>
          </a:xfrm>
        </p:spPr>
        <p:txBody>
          <a:bodyPr>
            <a:noAutofit/>
          </a:bodyPr>
          <a:lstStyle/>
          <a:p>
            <a:r>
              <a:rPr lang="en-US" sz="3600" dirty="0"/>
              <a:t>Types of Testing</a:t>
            </a:r>
          </a:p>
        </p:txBody>
      </p:sp>
      <p:sp>
        <p:nvSpPr>
          <p:cNvPr id="5" name="Content Placeholder 2">
            <a:extLst>
              <a:ext uri="{FF2B5EF4-FFF2-40B4-BE49-F238E27FC236}">
                <a16:creationId xmlns:a16="http://schemas.microsoft.com/office/drawing/2014/main" id="{E93578DA-D6EF-A8FA-997C-0F125F57D870}"/>
              </a:ext>
            </a:extLst>
          </p:cNvPr>
          <p:cNvSpPr txBox="1">
            <a:spLocks/>
          </p:cNvSpPr>
          <p:nvPr/>
        </p:nvSpPr>
        <p:spPr>
          <a:xfrm>
            <a:off x="609599" y="1794617"/>
            <a:ext cx="11259846" cy="4563491"/>
          </a:xfrm>
          <a:prstGeom prst="rect">
            <a:avLst/>
          </a:prstGeom>
        </p:spPr>
        <p:txBody>
          <a:bodyPr vert="horz" lIns="91440" tIns="45720" rIns="91440" bIns="45720" rtlCol="0">
            <a:normAutofit lnSpcReduction="10000"/>
          </a:bodyPr>
          <a:lstStyle>
            <a:lvl1pPr marL="342900" indent="-342900" algn="l" defTabSz="457200" rtl="0" eaLnBrk="1" latinLnBrk="0" hangingPunct="1">
              <a:spcBef>
                <a:spcPct val="20000"/>
              </a:spcBef>
              <a:buFont typeface="Arial"/>
              <a:buChar char="•"/>
              <a:defRPr sz="3200" kern="1200" baseline="0">
                <a:solidFill>
                  <a:schemeClr val="bg1">
                    <a:lumMod val="95000"/>
                  </a:schemeClr>
                </a:solidFill>
                <a:latin typeface="+mn-lt"/>
                <a:ea typeface="+mn-ea"/>
                <a:cs typeface="+mn-cs"/>
              </a:defRPr>
            </a:lvl1pPr>
            <a:lvl2pPr marL="742950" indent="-285750" algn="l" defTabSz="457200" rtl="0" eaLnBrk="1" latinLnBrk="0" hangingPunct="1">
              <a:spcBef>
                <a:spcPct val="20000"/>
              </a:spcBef>
              <a:buFont typeface="Arial"/>
              <a:buChar char="–"/>
              <a:defRPr sz="2800" kern="1200" baseline="0">
                <a:solidFill>
                  <a:schemeClr val="bg1">
                    <a:lumMod val="95000"/>
                  </a:schemeClr>
                </a:solidFill>
                <a:latin typeface="+mn-lt"/>
                <a:ea typeface="+mn-ea"/>
                <a:cs typeface="+mn-cs"/>
              </a:defRPr>
            </a:lvl2pPr>
            <a:lvl3pPr marL="1143000" indent="-228600" algn="l" defTabSz="457200" rtl="0" eaLnBrk="1" latinLnBrk="0" hangingPunct="1">
              <a:spcBef>
                <a:spcPct val="20000"/>
              </a:spcBef>
              <a:buFont typeface="Arial"/>
              <a:buChar char="•"/>
              <a:defRPr sz="2400" kern="1200" baseline="0">
                <a:solidFill>
                  <a:schemeClr val="bg1">
                    <a:lumMod val="95000"/>
                  </a:schemeClr>
                </a:solidFill>
                <a:latin typeface="+mn-lt"/>
                <a:ea typeface="+mn-ea"/>
                <a:cs typeface="+mn-cs"/>
              </a:defRPr>
            </a:lvl3pPr>
            <a:lvl4pPr marL="1600200" indent="-228600" algn="l" defTabSz="457200" rtl="0" eaLnBrk="1" latinLnBrk="0" hangingPunct="1">
              <a:spcBef>
                <a:spcPct val="20000"/>
              </a:spcBef>
              <a:buFont typeface="Arial"/>
              <a:buChar char="–"/>
              <a:defRPr sz="2000" kern="1200" baseline="0">
                <a:solidFill>
                  <a:schemeClr val="bg1">
                    <a:lumMod val="95000"/>
                  </a:schemeClr>
                </a:solidFill>
                <a:latin typeface="+mn-lt"/>
                <a:ea typeface="+mn-ea"/>
                <a:cs typeface="+mn-cs"/>
              </a:defRPr>
            </a:lvl4pPr>
            <a:lvl5pPr marL="2057400" indent="-228600" algn="l" defTabSz="457200" rtl="0" eaLnBrk="1" latinLnBrk="0" hangingPunct="1">
              <a:spcBef>
                <a:spcPct val="20000"/>
              </a:spcBef>
              <a:buFont typeface="Arial"/>
              <a:buChar char="»"/>
              <a:defRPr sz="2000" kern="1200" baseline="0">
                <a:solidFill>
                  <a:schemeClr val="bg1">
                    <a:lumMod val="95000"/>
                  </a:schemeClr>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800" dirty="0"/>
              <a:t>These can be Manual or Automated (CI/CD &amp; the world of DevOps)</a:t>
            </a:r>
          </a:p>
          <a:p>
            <a:pPr marL="0" indent="0">
              <a:buNone/>
            </a:pPr>
            <a:endParaRPr lang="en-US" sz="2800" dirty="0"/>
          </a:p>
          <a:p>
            <a:pPr marL="514350" indent="-514350">
              <a:buFont typeface="+mj-lt"/>
              <a:buAutoNum type="arabicPeriod"/>
            </a:pPr>
            <a:r>
              <a:rPr lang="en-US" sz="2800" b="1" dirty="0"/>
              <a:t>Unit</a:t>
            </a:r>
            <a:r>
              <a:rPr lang="en-US" sz="2800" dirty="0"/>
              <a:t> – todays focus…</a:t>
            </a:r>
          </a:p>
          <a:p>
            <a:pPr marL="514350" indent="-514350">
              <a:buFont typeface="+mj-lt"/>
              <a:buAutoNum type="arabicPeriod"/>
            </a:pPr>
            <a:r>
              <a:rPr lang="en-US" sz="2800" b="1" dirty="0"/>
              <a:t>Integration</a:t>
            </a:r>
            <a:r>
              <a:rPr lang="en-US" sz="2800" dirty="0"/>
              <a:t> – do modules/services work well together?</a:t>
            </a:r>
          </a:p>
          <a:p>
            <a:pPr marL="514350" indent="-514350">
              <a:buFont typeface="+mj-lt"/>
              <a:buAutoNum type="arabicPeriod"/>
            </a:pPr>
            <a:r>
              <a:rPr lang="en-US" sz="2800" b="1" dirty="0"/>
              <a:t>Functional</a:t>
            </a:r>
            <a:r>
              <a:rPr lang="en-US" sz="2800" dirty="0"/>
              <a:t> – does the output match the requirements?</a:t>
            </a:r>
          </a:p>
          <a:p>
            <a:pPr marL="514350" indent="-514350">
              <a:buFont typeface="+mj-lt"/>
              <a:buAutoNum type="arabicPeriod"/>
            </a:pPr>
            <a:r>
              <a:rPr lang="en-US" sz="2800" b="1" dirty="0"/>
              <a:t>End-to-End</a:t>
            </a:r>
            <a:r>
              <a:rPr lang="en-US" sz="2800" dirty="0"/>
              <a:t> – does the system cover all user </a:t>
            </a:r>
            <a:r>
              <a:rPr lang="en-US" sz="2800" dirty="0" err="1"/>
              <a:t>behaviour</a:t>
            </a:r>
            <a:r>
              <a:rPr lang="en-US" sz="2800" dirty="0"/>
              <a:t>?</a:t>
            </a:r>
          </a:p>
          <a:p>
            <a:pPr marL="514350" indent="-514350">
              <a:buFont typeface="+mj-lt"/>
              <a:buAutoNum type="arabicPeriod"/>
            </a:pPr>
            <a:r>
              <a:rPr lang="en-US" sz="2800" b="1" dirty="0"/>
              <a:t>Acceptance</a:t>
            </a:r>
            <a:r>
              <a:rPr lang="en-US" sz="2800" dirty="0"/>
              <a:t> – does the entire system satisfy the requirements?</a:t>
            </a:r>
          </a:p>
          <a:p>
            <a:pPr marL="514350" indent="-514350">
              <a:buFont typeface="+mj-lt"/>
              <a:buAutoNum type="arabicPeriod"/>
            </a:pPr>
            <a:r>
              <a:rPr lang="en-US" sz="2800" b="1" dirty="0"/>
              <a:t>Performance</a:t>
            </a:r>
            <a:r>
              <a:rPr lang="en-US" sz="2800" dirty="0"/>
              <a:t> – how does the system behave under load?</a:t>
            </a:r>
          </a:p>
          <a:p>
            <a:pPr marL="514350" indent="-514350">
              <a:buFont typeface="+mj-lt"/>
              <a:buAutoNum type="arabicPeriod"/>
            </a:pPr>
            <a:r>
              <a:rPr lang="en-US" sz="2800" b="1" dirty="0"/>
              <a:t>Smoke</a:t>
            </a:r>
            <a:r>
              <a:rPr lang="en-US" sz="2800" dirty="0"/>
              <a:t> – do the critical features still work?</a:t>
            </a:r>
          </a:p>
          <a:p>
            <a:pPr lvl="1"/>
            <a:endParaRPr lang="en-US" dirty="0"/>
          </a:p>
        </p:txBody>
      </p:sp>
    </p:spTree>
    <p:extLst>
      <p:ext uri="{BB962C8B-B14F-4D97-AF65-F5344CB8AC3E}">
        <p14:creationId xmlns:p14="http://schemas.microsoft.com/office/powerpoint/2010/main" val="28519176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1D02B3-9981-554B-BF0C-B483102A25F2}"/>
              </a:ext>
            </a:extLst>
          </p:cNvPr>
          <p:cNvSpPr>
            <a:spLocks noGrp="1"/>
          </p:cNvSpPr>
          <p:nvPr>
            <p:ph type="title"/>
          </p:nvPr>
        </p:nvSpPr>
        <p:spPr/>
        <p:txBody>
          <a:bodyPr/>
          <a:lstStyle/>
          <a:p>
            <a:r>
              <a:rPr lang="en-US" dirty="0"/>
              <a:t>What is unit testing?</a:t>
            </a:r>
          </a:p>
        </p:txBody>
      </p:sp>
      <p:sp>
        <p:nvSpPr>
          <p:cNvPr id="3" name="Content Placeholder 2">
            <a:extLst>
              <a:ext uri="{FF2B5EF4-FFF2-40B4-BE49-F238E27FC236}">
                <a16:creationId xmlns:a16="http://schemas.microsoft.com/office/drawing/2014/main" id="{F9216F6E-382E-4D42-9803-848A373BF04C}"/>
              </a:ext>
            </a:extLst>
          </p:cNvPr>
          <p:cNvSpPr>
            <a:spLocks noGrp="1"/>
          </p:cNvSpPr>
          <p:nvPr>
            <p:ph idx="1"/>
          </p:nvPr>
        </p:nvSpPr>
        <p:spPr/>
        <p:txBody>
          <a:bodyPr>
            <a:normAutofit fontScale="92500" lnSpcReduction="10000"/>
          </a:bodyPr>
          <a:lstStyle/>
          <a:p>
            <a:r>
              <a:rPr lang="en-US" dirty="0"/>
              <a:t>It’s in the name… It tests </a:t>
            </a:r>
            <a:r>
              <a:rPr lang="en-US" i="1" dirty="0"/>
              <a:t>units</a:t>
            </a:r>
            <a:r>
              <a:rPr lang="en-US" dirty="0"/>
              <a:t> of code</a:t>
            </a:r>
          </a:p>
          <a:p>
            <a:pPr lvl="1"/>
            <a:r>
              <a:rPr lang="en-US" dirty="0"/>
              <a:t>For example: a single function</a:t>
            </a:r>
          </a:p>
          <a:p>
            <a:endParaRPr lang="en-US" dirty="0"/>
          </a:p>
          <a:p>
            <a:r>
              <a:rPr lang="en-US" dirty="0"/>
              <a:t>In an OO context, those units are usually </a:t>
            </a:r>
            <a:r>
              <a:rPr lang="en-US" i="1" dirty="0"/>
              <a:t>classes or functions</a:t>
            </a:r>
          </a:p>
          <a:p>
            <a:endParaRPr lang="en-US" dirty="0"/>
          </a:p>
          <a:p>
            <a:r>
              <a:rPr lang="en-US" dirty="0"/>
              <a:t>Preferably, unit testing is part of an automated process</a:t>
            </a:r>
          </a:p>
          <a:p>
            <a:endParaRPr lang="en-US" dirty="0"/>
          </a:p>
          <a:p>
            <a:r>
              <a:rPr lang="en-US" dirty="0"/>
              <a:t>Sometimes integrated into CI/CD workflow:</a:t>
            </a:r>
          </a:p>
          <a:p>
            <a:pPr lvl="1"/>
            <a:r>
              <a:rPr lang="en-US" dirty="0"/>
              <a:t>Commit a change ⇒ run tests ⇒ accept (or decline) change</a:t>
            </a:r>
          </a:p>
        </p:txBody>
      </p:sp>
    </p:spTree>
    <p:extLst>
      <p:ext uri="{BB962C8B-B14F-4D97-AF65-F5344CB8AC3E}">
        <p14:creationId xmlns:p14="http://schemas.microsoft.com/office/powerpoint/2010/main" val="28466084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516A29-CE66-FE43-8AC0-6E4FE993CBC0}"/>
              </a:ext>
            </a:extLst>
          </p:cNvPr>
          <p:cNvSpPr>
            <a:spLocks noGrp="1"/>
          </p:cNvSpPr>
          <p:nvPr>
            <p:ph type="title"/>
          </p:nvPr>
        </p:nvSpPr>
        <p:spPr/>
        <p:txBody>
          <a:bodyPr/>
          <a:lstStyle/>
          <a:p>
            <a:r>
              <a:rPr lang="en-US" dirty="0"/>
              <a:t>Video: </a:t>
            </a:r>
            <a:r>
              <a:rPr lang="en-US" dirty="0" err="1"/>
              <a:t>Socratica</a:t>
            </a:r>
            <a:r>
              <a:rPr lang="en-US" dirty="0"/>
              <a:t> on Python unit testing</a:t>
            </a:r>
          </a:p>
        </p:txBody>
      </p:sp>
      <p:sp>
        <p:nvSpPr>
          <p:cNvPr id="3" name="Content Placeholder 2">
            <a:extLst>
              <a:ext uri="{FF2B5EF4-FFF2-40B4-BE49-F238E27FC236}">
                <a16:creationId xmlns:a16="http://schemas.microsoft.com/office/drawing/2014/main" id="{D3D4A5CA-410C-DC40-BF74-9FA933398824}"/>
              </a:ext>
            </a:extLst>
          </p:cNvPr>
          <p:cNvSpPr>
            <a:spLocks noGrp="1"/>
          </p:cNvSpPr>
          <p:nvPr>
            <p:ph idx="1"/>
          </p:nvPr>
        </p:nvSpPr>
        <p:spPr>
          <a:xfrm>
            <a:off x="609600" y="1794616"/>
            <a:ext cx="10972800" cy="4956245"/>
          </a:xfrm>
        </p:spPr>
        <p:txBody>
          <a:bodyPr>
            <a:normAutofit lnSpcReduction="10000"/>
          </a:bodyPr>
          <a:lstStyle/>
          <a:p>
            <a:endParaRPr lang="en-US" dirty="0"/>
          </a:p>
          <a:p>
            <a:endParaRPr lang="en-US" dirty="0"/>
          </a:p>
          <a:p>
            <a:endParaRPr lang="en-US" dirty="0"/>
          </a:p>
          <a:p>
            <a:endParaRPr lang="en-US" dirty="0"/>
          </a:p>
          <a:p>
            <a:endParaRPr lang="en-US" dirty="0"/>
          </a:p>
          <a:p>
            <a:endParaRPr lang="en-US" dirty="0"/>
          </a:p>
          <a:p>
            <a:endParaRPr lang="en-US" dirty="0"/>
          </a:p>
          <a:p>
            <a:endParaRPr lang="en-US" dirty="0"/>
          </a:p>
          <a:p>
            <a:pPr marL="0" indent="0" algn="ctr">
              <a:buNone/>
            </a:pPr>
            <a:r>
              <a:rPr lang="en-US" sz="2400" dirty="0"/>
              <a:t>Link: https://</a:t>
            </a:r>
            <a:r>
              <a:rPr lang="en-US" sz="2400" dirty="0" err="1"/>
              <a:t>www.youtube.com</a:t>
            </a:r>
            <a:r>
              <a:rPr lang="en-US" sz="2400" dirty="0"/>
              <a:t>/</a:t>
            </a:r>
            <a:r>
              <a:rPr lang="en-US" sz="2400" dirty="0" err="1"/>
              <a:t>watch?v</a:t>
            </a:r>
            <a:r>
              <a:rPr lang="en-US" sz="2400" dirty="0"/>
              <a:t>=1Lfv5tUGsn8</a:t>
            </a:r>
          </a:p>
        </p:txBody>
      </p:sp>
      <p:pic>
        <p:nvPicPr>
          <p:cNvPr id="5" name="Picture 4" descr="A picture containing text, electronics, monitor, television&#10;&#10;Description automatically generated">
            <a:extLst>
              <a:ext uri="{FF2B5EF4-FFF2-40B4-BE49-F238E27FC236}">
                <a16:creationId xmlns:a16="http://schemas.microsoft.com/office/drawing/2014/main" id="{B116A447-360B-F54C-AF84-9AF236D61F27}"/>
              </a:ext>
            </a:extLst>
          </p:cNvPr>
          <p:cNvPicPr>
            <a:picLocks noChangeAspect="1"/>
          </p:cNvPicPr>
          <p:nvPr/>
        </p:nvPicPr>
        <p:blipFill>
          <a:blip r:embed="rId3"/>
          <a:stretch>
            <a:fillRect/>
          </a:stretch>
        </p:blipFill>
        <p:spPr>
          <a:xfrm>
            <a:off x="3178380" y="1655497"/>
            <a:ext cx="5835240" cy="4244560"/>
          </a:xfrm>
          <a:prstGeom prst="rect">
            <a:avLst/>
          </a:prstGeom>
        </p:spPr>
      </p:pic>
    </p:spTree>
    <p:extLst>
      <p:ext uri="{BB962C8B-B14F-4D97-AF65-F5344CB8AC3E}">
        <p14:creationId xmlns:p14="http://schemas.microsoft.com/office/powerpoint/2010/main" val="25799359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363178-567A-A74A-A367-403BACAAC509}"/>
              </a:ext>
            </a:extLst>
          </p:cNvPr>
          <p:cNvSpPr>
            <a:spLocks noGrp="1"/>
          </p:cNvSpPr>
          <p:nvPr>
            <p:ph type="title"/>
          </p:nvPr>
        </p:nvSpPr>
        <p:spPr/>
        <p:txBody>
          <a:bodyPr/>
          <a:lstStyle/>
          <a:p>
            <a:r>
              <a:rPr lang="en-US" dirty="0"/>
              <a:t>Python unit testing</a:t>
            </a:r>
          </a:p>
        </p:txBody>
      </p:sp>
      <p:sp>
        <p:nvSpPr>
          <p:cNvPr id="3" name="Content Placeholder 2">
            <a:extLst>
              <a:ext uri="{FF2B5EF4-FFF2-40B4-BE49-F238E27FC236}">
                <a16:creationId xmlns:a16="http://schemas.microsoft.com/office/drawing/2014/main" id="{F1DA303E-899C-394E-93C2-77CFF28A1CC0}"/>
              </a:ext>
            </a:extLst>
          </p:cNvPr>
          <p:cNvSpPr>
            <a:spLocks noGrp="1"/>
          </p:cNvSpPr>
          <p:nvPr>
            <p:ph idx="1"/>
          </p:nvPr>
        </p:nvSpPr>
        <p:spPr/>
        <p:txBody>
          <a:bodyPr/>
          <a:lstStyle/>
          <a:p>
            <a:r>
              <a:rPr lang="en-US" dirty="0"/>
              <a:t>Python provides the </a:t>
            </a:r>
            <a:r>
              <a:rPr lang="en-US" b="1" dirty="0" err="1">
                <a:solidFill>
                  <a:schemeClr val="accent1"/>
                </a:solidFill>
                <a:latin typeface="Consolas" panose="020B0609020204030204" pitchFamily="49" charset="0"/>
                <a:cs typeface="Consolas" panose="020B0609020204030204" pitchFamily="49" charset="0"/>
              </a:rPr>
              <a:t>unittest</a:t>
            </a:r>
            <a:r>
              <a:rPr lang="en-US" dirty="0"/>
              <a:t> framework</a:t>
            </a:r>
          </a:p>
          <a:p>
            <a:r>
              <a:rPr lang="en-US" dirty="0"/>
              <a:t>Concepts used in unit testing:</a:t>
            </a:r>
          </a:p>
          <a:p>
            <a:pPr lvl="1"/>
            <a:r>
              <a:rPr lang="en-US" dirty="0"/>
              <a:t>Test fixture</a:t>
            </a:r>
          </a:p>
          <a:p>
            <a:pPr lvl="1"/>
            <a:r>
              <a:rPr lang="en-US" dirty="0"/>
              <a:t>Test case</a:t>
            </a:r>
          </a:p>
          <a:p>
            <a:pPr lvl="1"/>
            <a:r>
              <a:rPr lang="en-US" dirty="0"/>
              <a:t>Test suite</a:t>
            </a:r>
          </a:p>
          <a:p>
            <a:pPr lvl="1"/>
            <a:r>
              <a:rPr lang="en-US" dirty="0"/>
              <a:t>Test runner</a:t>
            </a:r>
          </a:p>
        </p:txBody>
      </p:sp>
    </p:spTree>
    <p:extLst>
      <p:ext uri="{BB962C8B-B14F-4D97-AF65-F5344CB8AC3E}">
        <p14:creationId xmlns:p14="http://schemas.microsoft.com/office/powerpoint/2010/main" val="10751567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A9C2DE-E307-BF48-AF39-8386184BC3BC}"/>
              </a:ext>
            </a:extLst>
          </p:cNvPr>
          <p:cNvSpPr>
            <a:spLocks noGrp="1"/>
          </p:cNvSpPr>
          <p:nvPr>
            <p:ph type="title"/>
          </p:nvPr>
        </p:nvSpPr>
        <p:spPr/>
        <p:txBody>
          <a:bodyPr/>
          <a:lstStyle/>
          <a:p>
            <a:r>
              <a:rPr lang="en-US" dirty="0"/>
              <a:t>Test fixture</a:t>
            </a:r>
          </a:p>
        </p:txBody>
      </p:sp>
      <p:sp>
        <p:nvSpPr>
          <p:cNvPr id="3" name="Content Placeholder 2">
            <a:extLst>
              <a:ext uri="{FF2B5EF4-FFF2-40B4-BE49-F238E27FC236}">
                <a16:creationId xmlns:a16="http://schemas.microsoft.com/office/drawing/2014/main" id="{EAD42329-42FE-7849-A012-80E89BA4D453}"/>
              </a:ext>
            </a:extLst>
          </p:cNvPr>
          <p:cNvSpPr>
            <a:spLocks noGrp="1"/>
          </p:cNvSpPr>
          <p:nvPr>
            <p:ph idx="1"/>
          </p:nvPr>
        </p:nvSpPr>
        <p:spPr/>
        <p:txBody>
          <a:bodyPr/>
          <a:lstStyle/>
          <a:p>
            <a:r>
              <a:rPr lang="en-US" dirty="0"/>
              <a:t>The preparation needed to run (a) test(s)</a:t>
            </a:r>
          </a:p>
          <a:p>
            <a:pPr lvl="1"/>
            <a:r>
              <a:rPr lang="en-US" dirty="0"/>
              <a:t>Cleanup too</a:t>
            </a:r>
          </a:p>
          <a:p>
            <a:pPr lvl="1"/>
            <a:endParaRPr lang="en-US" dirty="0"/>
          </a:p>
          <a:p>
            <a:r>
              <a:rPr lang="en-US" dirty="0"/>
              <a:t>For example:</a:t>
            </a:r>
          </a:p>
          <a:p>
            <a:pPr lvl="1"/>
            <a:r>
              <a:rPr lang="en-US" dirty="0"/>
              <a:t>Creating temporary class instance or proxy database</a:t>
            </a:r>
          </a:p>
          <a:p>
            <a:pPr lvl="1"/>
            <a:r>
              <a:rPr lang="en-US" dirty="0"/>
              <a:t>Creating or setting up directories</a:t>
            </a:r>
          </a:p>
          <a:p>
            <a:pPr lvl="1"/>
            <a:r>
              <a:rPr lang="en-US" dirty="0"/>
              <a:t>Starting a server process</a:t>
            </a:r>
          </a:p>
        </p:txBody>
      </p:sp>
    </p:spTree>
    <p:extLst>
      <p:ext uri="{BB962C8B-B14F-4D97-AF65-F5344CB8AC3E}">
        <p14:creationId xmlns:p14="http://schemas.microsoft.com/office/powerpoint/2010/main" val="33285558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A9C2DE-E307-BF48-AF39-8386184BC3BC}"/>
              </a:ext>
            </a:extLst>
          </p:cNvPr>
          <p:cNvSpPr>
            <a:spLocks noGrp="1"/>
          </p:cNvSpPr>
          <p:nvPr>
            <p:ph type="title"/>
          </p:nvPr>
        </p:nvSpPr>
        <p:spPr/>
        <p:txBody>
          <a:bodyPr/>
          <a:lstStyle/>
          <a:p>
            <a:r>
              <a:rPr lang="en-US" dirty="0"/>
              <a:t>Test case</a:t>
            </a:r>
          </a:p>
        </p:txBody>
      </p:sp>
      <p:sp>
        <p:nvSpPr>
          <p:cNvPr id="3" name="Content Placeholder 2">
            <a:extLst>
              <a:ext uri="{FF2B5EF4-FFF2-40B4-BE49-F238E27FC236}">
                <a16:creationId xmlns:a16="http://schemas.microsoft.com/office/drawing/2014/main" id="{EAD42329-42FE-7849-A012-80E89BA4D453}"/>
              </a:ext>
            </a:extLst>
          </p:cNvPr>
          <p:cNvSpPr>
            <a:spLocks noGrp="1"/>
          </p:cNvSpPr>
          <p:nvPr>
            <p:ph idx="1"/>
          </p:nvPr>
        </p:nvSpPr>
        <p:spPr/>
        <p:txBody>
          <a:bodyPr/>
          <a:lstStyle/>
          <a:p>
            <a:r>
              <a:rPr lang="en-US" dirty="0"/>
              <a:t>This is the individual unit of testing</a:t>
            </a:r>
          </a:p>
          <a:p>
            <a:endParaRPr lang="en-US" dirty="0"/>
          </a:p>
          <a:p>
            <a:r>
              <a:rPr lang="en-US" dirty="0"/>
              <a:t>Test cases are derived from the base class </a:t>
            </a:r>
            <a:r>
              <a:rPr lang="en-US" b="1" dirty="0" err="1">
                <a:solidFill>
                  <a:schemeClr val="accent3"/>
                </a:solidFill>
                <a:latin typeface="Consolas" panose="020B0609020204030204" pitchFamily="49" charset="0"/>
                <a:cs typeface="Consolas" panose="020B0609020204030204" pitchFamily="49" charset="0"/>
              </a:rPr>
              <a:t>TestCase</a:t>
            </a:r>
            <a:endParaRPr lang="en-US" b="1" dirty="0">
              <a:solidFill>
                <a:schemeClr val="accent3"/>
              </a:solidFill>
              <a:latin typeface="Consolas" panose="020B0609020204030204" pitchFamily="49" charset="0"/>
              <a:cs typeface="Consolas" panose="020B0609020204030204" pitchFamily="49" charset="0"/>
            </a:endParaRPr>
          </a:p>
          <a:p>
            <a:endParaRPr lang="en-US" dirty="0"/>
          </a:p>
          <a:p>
            <a:r>
              <a:rPr lang="en-US" dirty="0"/>
              <a:t>It checks for a specific response to a stimulus (input)</a:t>
            </a:r>
          </a:p>
          <a:p>
            <a:pPr lvl="1"/>
            <a:r>
              <a:rPr lang="en-US" dirty="0"/>
              <a:t>Based on “assertions” (statements that should be True)</a:t>
            </a:r>
          </a:p>
        </p:txBody>
      </p:sp>
    </p:spTree>
    <p:extLst>
      <p:ext uri="{BB962C8B-B14F-4D97-AF65-F5344CB8AC3E}">
        <p14:creationId xmlns:p14="http://schemas.microsoft.com/office/powerpoint/2010/main" val="10641877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A9C2DE-E307-BF48-AF39-8386184BC3BC}"/>
              </a:ext>
            </a:extLst>
          </p:cNvPr>
          <p:cNvSpPr>
            <a:spLocks noGrp="1"/>
          </p:cNvSpPr>
          <p:nvPr>
            <p:ph type="title"/>
          </p:nvPr>
        </p:nvSpPr>
        <p:spPr/>
        <p:txBody>
          <a:bodyPr/>
          <a:lstStyle/>
          <a:p>
            <a:r>
              <a:rPr lang="en-US" dirty="0"/>
              <a:t>Test suite</a:t>
            </a:r>
          </a:p>
        </p:txBody>
      </p:sp>
      <p:sp>
        <p:nvSpPr>
          <p:cNvPr id="3" name="Content Placeholder 2">
            <a:extLst>
              <a:ext uri="{FF2B5EF4-FFF2-40B4-BE49-F238E27FC236}">
                <a16:creationId xmlns:a16="http://schemas.microsoft.com/office/drawing/2014/main" id="{EAD42329-42FE-7849-A012-80E89BA4D453}"/>
              </a:ext>
            </a:extLst>
          </p:cNvPr>
          <p:cNvSpPr>
            <a:spLocks noGrp="1"/>
          </p:cNvSpPr>
          <p:nvPr>
            <p:ph idx="1"/>
          </p:nvPr>
        </p:nvSpPr>
        <p:spPr/>
        <p:txBody>
          <a:bodyPr/>
          <a:lstStyle/>
          <a:p>
            <a:r>
              <a:rPr lang="en-US" dirty="0"/>
              <a:t>This is a collection of test cases or test suites</a:t>
            </a:r>
          </a:p>
          <a:p>
            <a:endParaRPr lang="en-US" dirty="0"/>
          </a:p>
          <a:p>
            <a:r>
              <a:rPr lang="en-US" dirty="0"/>
              <a:t>Use this to group tests that belong together</a:t>
            </a:r>
          </a:p>
        </p:txBody>
      </p:sp>
    </p:spTree>
    <p:extLst>
      <p:ext uri="{BB962C8B-B14F-4D97-AF65-F5344CB8AC3E}">
        <p14:creationId xmlns:p14="http://schemas.microsoft.com/office/powerpoint/2010/main" val="36646164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A9C2DE-E307-BF48-AF39-8386184BC3BC}"/>
              </a:ext>
            </a:extLst>
          </p:cNvPr>
          <p:cNvSpPr>
            <a:spLocks noGrp="1"/>
          </p:cNvSpPr>
          <p:nvPr>
            <p:ph type="title"/>
          </p:nvPr>
        </p:nvSpPr>
        <p:spPr>
          <a:xfrm>
            <a:off x="609600" y="499892"/>
            <a:ext cx="10972800" cy="1003205"/>
          </a:xfrm>
        </p:spPr>
        <p:txBody>
          <a:bodyPr anchor="ctr">
            <a:normAutofit/>
          </a:bodyPr>
          <a:lstStyle/>
          <a:p>
            <a:r>
              <a:rPr lang="en-US" dirty="0"/>
              <a:t>Test runner</a:t>
            </a:r>
          </a:p>
        </p:txBody>
      </p:sp>
      <p:sp>
        <p:nvSpPr>
          <p:cNvPr id="3" name="Content Placeholder 2">
            <a:extLst>
              <a:ext uri="{FF2B5EF4-FFF2-40B4-BE49-F238E27FC236}">
                <a16:creationId xmlns:a16="http://schemas.microsoft.com/office/drawing/2014/main" id="{EAD42329-42FE-7849-A012-80E89BA4D453}"/>
              </a:ext>
            </a:extLst>
          </p:cNvPr>
          <p:cNvSpPr>
            <a:spLocks noGrp="1"/>
          </p:cNvSpPr>
          <p:nvPr>
            <p:ph idx="1"/>
          </p:nvPr>
        </p:nvSpPr>
        <p:spPr>
          <a:xfrm>
            <a:off x="609600" y="1794618"/>
            <a:ext cx="10972800" cy="2191698"/>
          </a:xfrm>
        </p:spPr>
        <p:txBody>
          <a:bodyPr>
            <a:normAutofit lnSpcReduction="10000"/>
          </a:bodyPr>
          <a:lstStyle/>
          <a:p>
            <a:r>
              <a:rPr lang="en-US" dirty="0"/>
              <a:t>Runs the tests and conveys the results (pass/fail) to the user</a:t>
            </a:r>
          </a:p>
          <a:p>
            <a:endParaRPr lang="en-US" dirty="0"/>
          </a:p>
          <a:p>
            <a:r>
              <a:rPr lang="en-US" dirty="0"/>
              <a:t>Example output of a successful run:</a:t>
            </a:r>
          </a:p>
          <a:p>
            <a:endParaRPr lang="en-US" dirty="0"/>
          </a:p>
        </p:txBody>
      </p:sp>
      <p:pic>
        <p:nvPicPr>
          <p:cNvPr id="5" name="Picture 4" descr="Rectangle&#10;&#10;Description automatically generated with medium confidence">
            <a:extLst>
              <a:ext uri="{FF2B5EF4-FFF2-40B4-BE49-F238E27FC236}">
                <a16:creationId xmlns:a16="http://schemas.microsoft.com/office/drawing/2014/main" id="{82EE2FAC-E1AF-6942-9572-C6962C029263}"/>
              </a:ext>
            </a:extLst>
          </p:cNvPr>
          <p:cNvPicPr>
            <a:picLocks noChangeAspect="1"/>
          </p:cNvPicPr>
          <p:nvPr/>
        </p:nvPicPr>
        <p:blipFill>
          <a:blip r:embed="rId3"/>
          <a:stretch>
            <a:fillRect/>
          </a:stretch>
        </p:blipFill>
        <p:spPr>
          <a:xfrm>
            <a:off x="609600" y="4510729"/>
            <a:ext cx="10972800" cy="1536190"/>
          </a:xfrm>
          <a:prstGeom prst="rect">
            <a:avLst/>
          </a:prstGeom>
          <a:noFill/>
        </p:spPr>
      </p:pic>
    </p:spTree>
    <p:extLst>
      <p:ext uri="{BB962C8B-B14F-4D97-AF65-F5344CB8AC3E}">
        <p14:creationId xmlns:p14="http://schemas.microsoft.com/office/powerpoint/2010/main" val="13605994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E2BC1A-58FE-4B71-8AB0-557221623BD1}"/>
              </a:ext>
            </a:extLst>
          </p:cNvPr>
          <p:cNvSpPr>
            <a:spLocks noGrp="1"/>
          </p:cNvSpPr>
          <p:nvPr>
            <p:ph type="title"/>
          </p:nvPr>
        </p:nvSpPr>
        <p:spPr>
          <a:xfrm>
            <a:off x="609600" y="499892"/>
            <a:ext cx="10972800" cy="1003205"/>
          </a:xfrm>
        </p:spPr>
        <p:txBody>
          <a:bodyPr anchor="ctr">
            <a:normAutofit/>
          </a:bodyPr>
          <a:lstStyle/>
          <a:p>
            <a:r>
              <a:rPr lang="en-US" dirty="0"/>
              <a:t>Project structure</a:t>
            </a:r>
            <a:endParaRPr lang="en-AU" dirty="0"/>
          </a:p>
        </p:txBody>
      </p:sp>
      <p:sp>
        <p:nvSpPr>
          <p:cNvPr id="9" name="Content Placeholder 2">
            <a:extLst>
              <a:ext uri="{FF2B5EF4-FFF2-40B4-BE49-F238E27FC236}">
                <a16:creationId xmlns:a16="http://schemas.microsoft.com/office/drawing/2014/main" id="{D5BE4E7B-9508-472E-AEB7-5C2927B1AF8B}"/>
              </a:ext>
            </a:extLst>
          </p:cNvPr>
          <p:cNvSpPr>
            <a:spLocks noGrp="1"/>
          </p:cNvSpPr>
          <p:nvPr>
            <p:ph sz="half" idx="1"/>
          </p:nvPr>
        </p:nvSpPr>
        <p:spPr>
          <a:xfrm>
            <a:off x="609600" y="1600203"/>
            <a:ext cx="7444902" cy="4525963"/>
          </a:xfrm>
        </p:spPr>
        <p:txBody>
          <a:bodyPr/>
          <a:lstStyle/>
          <a:p>
            <a:r>
              <a:rPr lang="en-US" dirty="0"/>
              <a:t>The project has a separate</a:t>
            </a:r>
          </a:p>
          <a:p>
            <a:pPr lvl="1"/>
            <a:r>
              <a:rPr lang="en-US" dirty="0" err="1">
                <a:solidFill>
                  <a:schemeClr val="accent3"/>
                </a:solidFill>
                <a:latin typeface="Lucida Console" panose="020B0609040504020204" pitchFamily="49" charset="0"/>
              </a:rPr>
              <a:t>src</a:t>
            </a:r>
            <a:r>
              <a:rPr lang="en-US" dirty="0"/>
              <a:t> directory</a:t>
            </a:r>
          </a:p>
          <a:p>
            <a:pPr lvl="1"/>
            <a:r>
              <a:rPr lang="en-US" dirty="0">
                <a:solidFill>
                  <a:schemeClr val="accent3"/>
                </a:solidFill>
                <a:latin typeface="Lucida Console" panose="020B0609040504020204" pitchFamily="49" charset="0"/>
              </a:rPr>
              <a:t>tests</a:t>
            </a:r>
            <a:r>
              <a:rPr lang="en-US" dirty="0"/>
              <a:t> directory</a:t>
            </a:r>
          </a:p>
          <a:p>
            <a:endParaRPr lang="en-US" dirty="0"/>
          </a:p>
          <a:p>
            <a:r>
              <a:rPr lang="en-US" dirty="0"/>
              <a:t>The test directory is a “package”</a:t>
            </a:r>
          </a:p>
          <a:p>
            <a:pPr lvl="1"/>
            <a:r>
              <a:rPr lang="en-US" dirty="0"/>
              <a:t>hence the </a:t>
            </a:r>
            <a:r>
              <a:rPr lang="en-US" dirty="0">
                <a:solidFill>
                  <a:schemeClr val="accent3"/>
                </a:solidFill>
                <a:latin typeface="Lucida Console" panose="020B0609040504020204" pitchFamily="49" charset="0"/>
              </a:rPr>
              <a:t>__init__.py</a:t>
            </a:r>
            <a:r>
              <a:rPr lang="en-US" dirty="0"/>
              <a:t> (which can be empty)</a:t>
            </a:r>
          </a:p>
          <a:p>
            <a:pPr lvl="1"/>
            <a:r>
              <a:rPr lang="en-US" dirty="0"/>
              <a:t>without it, no tests will be found!</a:t>
            </a:r>
          </a:p>
        </p:txBody>
      </p:sp>
      <p:pic>
        <p:nvPicPr>
          <p:cNvPr id="5" name="Picture 4" descr="A screenshot of a computer&#10;&#10;AI-generated content may be incorrect.">
            <a:extLst>
              <a:ext uri="{FF2B5EF4-FFF2-40B4-BE49-F238E27FC236}">
                <a16:creationId xmlns:a16="http://schemas.microsoft.com/office/drawing/2014/main" id="{16885CB6-02A1-A4CC-FF28-2C730B429DD7}"/>
              </a:ext>
            </a:extLst>
          </p:cNvPr>
          <p:cNvPicPr>
            <a:picLocks noChangeAspect="1"/>
          </p:cNvPicPr>
          <p:nvPr/>
        </p:nvPicPr>
        <p:blipFill>
          <a:blip r:embed="rId3"/>
          <a:stretch>
            <a:fillRect/>
          </a:stretch>
        </p:blipFill>
        <p:spPr>
          <a:xfrm>
            <a:off x="8356917" y="1910758"/>
            <a:ext cx="2722887" cy="3851605"/>
          </a:xfrm>
          <a:prstGeom prst="rect">
            <a:avLst/>
          </a:prstGeom>
        </p:spPr>
      </p:pic>
    </p:spTree>
    <p:extLst>
      <p:ext uri="{BB962C8B-B14F-4D97-AF65-F5344CB8AC3E}">
        <p14:creationId xmlns:p14="http://schemas.microsoft.com/office/powerpoint/2010/main" val="36988242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E832CB-4AC5-4B00-ACE2-EE094B46078E}"/>
              </a:ext>
            </a:extLst>
          </p:cNvPr>
          <p:cNvSpPr>
            <a:spLocks noGrp="1"/>
          </p:cNvSpPr>
          <p:nvPr>
            <p:ph type="title"/>
          </p:nvPr>
        </p:nvSpPr>
        <p:spPr>
          <a:xfrm>
            <a:off x="609600" y="499892"/>
            <a:ext cx="10972800" cy="1003205"/>
          </a:xfrm>
        </p:spPr>
        <p:txBody>
          <a:bodyPr anchor="ctr">
            <a:normAutofit/>
          </a:bodyPr>
          <a:lstStyle/>
          <a:p>
            <a:r>
              <a:rPr lang="en-US" dirty="0"/>
              <a:t>Running unit tests</a:t>
            </a:r>
            <a:endParaRPr lang="en-AU" dirty="0"/>
          </a:p>
        </p:txBody>
      </p:sp>
      <p:pic>
        <p:nvPicPr>
          <p:cNvPr id="4" name="Picture 3">
            <a:extLst>
              <a:ext uri="{FF2B5EF4-FFF2-40B4-BE49-F238E27FC236}">
                <a16:creationId xmlns:a16="http://schemas.microsoft.com/office/drawing/2014/main" id="{F1910DDA-D93B-4E23-9600-4377DAD79482}"/>
              </a:ext>
            </a:extLst>
          </p:cNvPr>
          <p:cNvPicPr>
            <a:picLocks noChangeAspect="1"/>
          </p:cNvPicPr>
          <p:nvPr/>
        </p:nvPicPr>
        <p:blipFill>
          <a:blip r:embed="rId2"/>
          <a:stretch>
            <a:fillRect/>
          </a:stretch>
        </p:blipFill>
        <p:spPr>
          <a:xfrm>
            <a:off x="609600" y="1806903"/>
            <a:ext cx="10972800" cy="2167128"/>
          </a:xfrm>
          <a:prstGeom prst="rect">
            <a:avLst/>
          </a:prstGeom>
          <a:noFill/>
        </p:spPr>
      </p:pic>
      <p:sp>
        <p:nvSpPr>
          <p:cNvPr id="9" name="Content Placeholder 3">
            <a:extLst>
              <a:ext uri="{FF2B5EF4-FFF2-40B4-BE49-F238E27FC236}">
                <a16:creationId xmlns:a16="http://schemas.microsoft.com/office/drawing/2014/main" id="{8F7DA9DB-5859-494E-9E22-BAA7EC466F22}"/>
              </a:ext>
            </a:extLst>
          </p:cNvPr>
          <p:cNvSpPr>
            <a:spLocks noGrp="1"/>
          </p:cNvSpPr>
          <p:nvPr>
            <p:ph idx="13"/>
          </p:nvPr>
        </p:nvSpPr>
        <p:spPr>
          <a:xfrm>
            <a:off x="609600" y="4182975"/>
            <a:ext cx="10972800" cy="2191699"/>
          </a:xfrm>
        </p:spPr>
        <p:txBody>
          <a:bodyPr/>
          <a:lstStyle/>
          <a:p>
            <a:endParaRPr lang="en-US" dirty="0"/>
          </a:p>
          <a:p>
            <a:r>
              <a:rPr lang="en-US" dirty="0"/>
              <a:t>This will automatically discover unit tests</a:t>
            </a:r>
          </a:p>
          <a:p>
            <a:pPr lvl="2"/>
            <a:r>
              <a:rPr lang="en-US" dirty="0"/>
              <a:t>If the terminal in PyCharm doesn’t work, use a regular terminal</a:t>
            </a:r>
          </a:p>
        </p:txBody>
      </p:sp>
      <p:sp>
        <p:nvSpPr>
          <p:cNvPr id="5" name="Rectangle 4">
            <a:extLst>
              <a:ext uri="{FF2B5EF4-FFF2-40B4-BE49-F238E27FC236}">
                <a16:creationId xmlns:a16="http://schemas.microsoft.com/office/drawing/2014/main" id="{C0A11054-881B-42F2-A94A-FDFAF5D4F854}"/>
              </a:ext>
            </a:extLst>
          </p:cNvPr>
          <p:cNvSpPr/>
          <p:nvPr/>
        </p:nvSpPr>
        <p:spPr>
          <a:xfrm>
            <a:off x="7480663" y="1806903"/>
            <a:ext cx="4001588" cy="396366"/>
          </a:xfrm>
          <a:prstGeom prst="rect">
            <a:avLst/>
          </a:prstGeom>
          <a:noFill/>
          <a:ln w="28575">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a:noFill/>
            </a:endParaRPr>
          </a:p>
        </p:txBody>
      </p:sp>
    </p:spTree>
    <p:extLst>
      <p:ext uri="{BB962C8B-B14F-4D97-AF65-F5344CB8AC3E}">
        <p14:creationId xmlns:p14="http://schemas.microsoft.com/office/powerpoint/2010/main" val="32912928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84949C-6D35-4B62-8326-33D3F790E549}"/>
              </a:ext>
            </a:extLst>
          </p:cNvPr>
          <p:cNvSpPr>
            <a:spLocks noGrp="1"/>
          </p:cNvSpPr>
          <p:nvPr>
            <p:ph type="title"/>
          </p:nvPr>
        </p:nvSpPr>
        <p:spPr/>
        <p:txBody>
          <a:bodyPr/>
          <a:lstStyle/>
          <a:p>
            <a:r>
              <a:rPr lang="en-US" dirty="0"/>
              <a:t>Structure of unit tests</a:t>
            </a:r>
            <a:endParaRPr lang="en-AU" dirty="0"/>
          </a:p>
        </p:txBody>
      </p:sp>
      <p:sp>
        <p:nvSpPr>
          <p:cNvPr id="3" name="Content Placeholder 2">
            <a:extLst>
              <a:ext uri="{FF2B5EF4-FFF2-40B4-BE49-F238E27FC236}">
                <a16:creationId xmlns:a16="http://schemas.microsoft.com/office/drawing/2014/main" id="{8478BC49-6C38-42BF-AF06-F8F2C04236C5}"/>
              </a:ext>
            </a:extLst>
          </p:cNvPr>
          <p:cNvSpPr>
            <a:spLocks noGrp="1"/>
          </p:cNvSpPr>
          <p:nvPr>
            <p:ph idx="1"/>
          </p:nvPr>
        </p:nvSpPr>
        <p:spPr/>
        <p:txBody>
          <a:bodyPr>
            <a:noAutofit/>
          </a:bodyPr>
          <a:lstStyle/>
          <a:p>
            <a:pPr marL="0" indent="0">
              <a:buNone/>
            </a:pPr>
            <a:r>
              <a:rPr lang="en-US" sz="2000" dirty="0">
                <a:latin typeface="Consolas" panose="020B0609020204030204" pitchFamily="49" charset="0"/>
              </a:rPr>
              <a:t>Example: </a:t>
            </a:r>
            <a:r>
              <a:rPr lang="en-US" sz="2000" dirty="0">
                <a:solidFill>
                  <a:schemeClr val="accent3"/>
                </a:solidFill>
                <a:latin typeface="Consolas" panose="020B0609020204030204" pitchFamily="49" charset="0"/>
              </a:rPr>
              <a:t>test_stack.py</a:t>
            </a:r>
          </a:p>
          <a:p>
            <a:endParaRPr lang="en-US" sz="2000" dirty="0">
              <a:latin typeface="Consolas" panose="020B0609020204030204" pitchFamily="49" charset="0"/>
            </a:endParaRPr>
          </a:p>
          <a:p>
            <a:pPr marL="0" indent="0">
              <a:buNone/>
            </a:pPr>
            <a:r>
              <a:rPr lang="en-US" sz="2000" dirty="0">
                <a:solidFill>
                  <a:schemeClr val="accent3"/>
                </a:solidFill>
                <a:latin typeface="Consolas" panose="020B0609020204030204" pitchFamily="49" charset="0"/>
              </a:rPr>
              <a:t>import </a:t>
            </a:r>
            <a:r>
              <a:rPr lang="en-US" sz="2000" dirty="0" err="1">
                <a:solidFill>
                  <a:schemeClr val="accent3"/>
                </a:solidFill>
                <a:latin typeface="Consolas" panose="020B0609020204030204" pitchFamily="49" charset="0"/>
              </a:rPr>
              <a:t>unittest</a:t>
            </a:r>
            <a:endParaRPr lang="en-US" sz="2000" dirty="0">
              <a:solidFill>
                <a:schemeClr val="accent3"/>
              </a:solidFill>
              <a:latin typeface="Consolas" panose="020B0609020204030204" pitchFamily="49" charset="0"/>
            </a:endParaRPr>
          </a:p>
          <a:p>
            <a:pPr marL="0" indent="0">
              <a:buNone/>
            </a:pPr>
            <a:r>
              <a:rPr lang="en-US" sz="2000" dirty="0">
                <a:solidFill>
                  <a:schemeClr val="accent3"/>
                </a:solidFill>
                <a:latin typeface="Consolas" panose="020B0609020204030204" pitchFamily="49" charset="0"/>
              </a:rPr>
              <a:t>from </a:t>
            </a:r>
            <a:r>
              <a:rPr lang="en-US" sz="2000" dirty="0" err="1">
                <a:solidFill>
                  <a:schemeClr val="accent3"/>
                </a:solidFill>
                <a:latin typeface="Consolas" panose="020B0609020204030204" pitchFamily="49" charset="0"/>
              </a:rPr>
              <a:t>app.stack</a:t>
            </a:r>
            <a:r>
              <a:rPr lang="en-US" sz="2000" dirty="0">
                <a:solidFill>
                  <a:schemeClr val="accent3"/>
                </a:solidFill>
                <a:latin typeface="Consolas" panose="020B0609020204030204" pitchFamily="49" charset="0"/>
              </a:rPr>
              <a:t> import Stack  </a:t>
            </a:r>
            <a:r>
              <a:rPr lang="en-US" sz="2000" dirty="0">
                <a:solidFill>
                  <a:schemeClr val="accent1">
                    <a:lumMod val="75000"/>
                  </a:schemeClr>
                </a:solidFill>
                <a:latin typeface="Consolas" panose="020B0609020204030204" pitchFamily="49" charset="0"/>
              </a:rPr>
              <a:t># The object we’re testing</a:t>
            </a:r>
          </a:p>
          <a:p>
            <a:pPr marL="0" indent="0">
              <a:buNone/>
            </a:pPr>
            <a:endParaRPr lang="en-US" sz="2000" dirty="0">
              <a:solidFill>
                <a:schemeClr val="accent3"/>
              </a:solidFill>
              <a:latin typeface="Consolas" panose="020B0609020204030204" pitchFamily="49" charset="0"/>
            </a:endParaRPr>
          </a:p>
          <a:p>
            <a:pPr marL="0" indent="0">
              <a:buNone/>
            </a:pPr>
            <a:r>
              <a:rPr lang="en-US" sz="2000" dirty="0">
                <a:solidFill>
                  <a:schemeClr val="accent3"/>
                </a:solidFill>
                <a:latin typeface="Consolas" panose="020B0609020204030204" pitchFamily="49" charset="0"/>
              </a:rPr>
              <a:t>class </a:t>
            </a:r>
            <a:r>
              <a:rPr lang="en-US" sz="2000" dirty="0" err="1">
                <a:solidFill>
                  <a:schemeClr val="accent3"/>
                </a:solidFill>
                <a:latin typeface="Consolas" panose="020B0609020204030204" pitchFamily="49" charset="0"/>
              </a:rPr>
              <a:t>TestStack</a:t>
            </a:r>
            <a:r>
              <a:rPr lang="en-US" sz="2000" dirty="0">
                <a:solidFill>
                  <a:schemeClr val="accent3"/>
                </a:solidFill>
                <a:latin typeface="Consolas" panose="020B0609020204030204" pitchFamily="49" charset="0"/>
              </a:rPr>
              <a:t>(</a:t>
            </a:r>
            <a:r>
              <a:rPr lang="en-US" sz="2000" dirty="0" err="1">
                <a:solidFill>
                  <a:schemeClr val="accent3"/>
                </a:solidFill>
                <a:latin typeface="Consolas" panose="020B0609020204030204" pitchFamily="49" charset="0"/>
              </a:rPr>
              <a:t>unittest.TestCase</a:t>
            </a:r>
            <a:r>
              <a:rPr lang="en-US" sz="2000" dirty="0">
                <a:solidFill>
                  <a:schemeClr val="accent3"/>
                </a:solidFill>
                <a:latin typeface="Consolas" panose="020B0609020204030204" pitchFamily="49" charset="0"/>
              </a:rPr>
              <a:t>):</a:t>
            </a:r>
          </a:p>
          <a:p>
            <a:pPr marL="0" indent="0">
              <a:buNone/>
            </a:pPr>
            <a:r>
              <a:rPr lang="en-US" sz="2000" dirty="0">
                <a:solidFill>
                  <a:schemeClr val="accent3"/>
                </a:solidFill>
                <a:latin typeface="Consolas" panose="020B0609020204030204" pitchFamily="49" charset="0"/>
              </a:rPr>
              <a:t>    def </a:t>
            </a:r>
            <a:r>
              <a:rPr lang="en-US" sz="2000" dirty="0" err="1">
                <a:solidFill>
                  <a:schemeClr val="accent3"/>
                </a:solidFill>
                <a:latin typeface="Consolas" panose="020B0609020204030204" pitchFamily="49" charset="0"/>
              </a:rPr>
              <a:t>setUp</a:t>
            </a:r>
            <a:r>
              <a:rPr lang="en-US" sz="2000" dirty="0">
                <a:solidFill>
                  <a:schemeClr val="accent3"/>
                </a:solidFill>
                <a:latin typeface="Consolas" panose="020B0609020204030204" pitchFamily="49" charset="0"/>
              </a:rPr>
              <a:t>(self):</a:t>
            </a:r>
          </a:p>
          <a:p>
            <a:pPr marL="0" indent="0">
              <a:buNone/>
            </a:pPr>
            <a:r>
              <a:rPr lang="en-US" sz="2000" dirty="0">
                <a:solidFill>
                  <a:schemeClr val="accent3"/>
                </a:solidFill>
                <a:latin typeface="Consolas" panose="020B0609020204030204" pitchFamily="49" charset="0"/>
              </a:rPr>
              <a:t>        </a:t>
            </a:r>
            <a:r>
              <a:rPr lang="en-US" sz="2000" dirty="0">
                <a:solidFill>
                  <a:schemeClr val="accent1">
                    <a:lumMod val="75000"/>
                  </a:schemeClr>
                </a:solidFill>
                <a:latin typeface="Consolas" panose="020B0609020204030204" pitchFamily="49" charset="0"/>
              </a:rPr>
              <a:t># Prepare the test fixture:</a:t>
            </a:r>
          </a:p>
          <a:p>
            <a:pPr marL="0" indent="0">
              <a:buNone/>
            </a:pPr>
            <a:r>
              <a:rPr lang="en-US" sz="2000" dirty="0">
                <a:solidFill>
                  <a:schemeClr val="accent1">
                    <a:lumMod val="75000"/>
                  </a:schemeClr>
                </a:solidFill>
                <a:latin typeface="Consolas" panose="020B0609020204030204" pitchFamily="49" charset="0"/>
              </a:rPr>
              <a:t>        # create a stack to be used by each test</a:t>
            </a:r>
          </a:p>
          <a:p>
            <a:pPr marL="0" indent="0">
              <a:buNone/>
            </a:pPr>
            <a:r>
              <a:rPr lang="en-US" sz="2000" dirty="0">
                <a:solidFill>
                  <a:schemeClr val="accent1">
                    <a:lumMod val="75000"/>
                  </a:schemeClr>
                </a:solidFill>
                <a:latin typeface="Consolas" panose="020B0609020204030204" pitchFamily="49" charset="0"/>
              </a:rPr>
              <a:t>        # that has a depth of 3 objects.</a:t>
            </a:r>
          </a:p>
          <a:p>
            <a:pPr marL="0" indent="0">
              <a:buNone/>
            </a:pPr>
            <a:r>
              <a:rPr lang="en-US" sz="2000" dirty="0">
                <a:solidFill>
                  <a:schemeClr val="accent3"/>
                </a:solidFill>
                <a:latin typeface="Consolas" panose="020B0609020204030204" pitchFamily="49" charset="0"/>
              </a:rPr>
              <a:t>        </a:t>
            </a:r>
            <a:r>
              <a:rPr lang="en-US" sz="2000" dirty="0" err="1">
                <a:solidFill>
                  <a:schemeClr val="accent3"/>
                </a:solidFill>
                <a:latin typeface="Consolas" panose="020B0609020204030204" pitchFamily="49" charset="0"/>
              </a:rPr>
              <a:t>self.stack</a:t>
            </a:r>
            <a:r>
              <a:rPr lang="en-US" sz="2000" dirty="0">
                <a:solidFill>
                  <a:schemeClr val="accent3"/>
                </a:solidFill>
                <a:latin typeface="Consolas" panose="020B0609020204030204" pitchFamily="49" charset="0"/>
              </a:rPr>
              <a:t> = Stack(</a:t>
            </a:r>
            <a:r>
              <a:rPr lang="en-US" sz="2000" dirty="0" err="1">
                <a:solidFill>
                  <a:schemeClr val="accent3"/>
                </a:solidFill>
                <a:latin typeface="Consolas" panose="020B0609020204030204" pitchFamily="49" charset="0"/>
              </a:rPr>
              <a:t>max_size</a:t>
            </a:r>
            <a:r>
              <a:rPr lang="en-US" sz="2000" dirty="0">
                <a:solidFill>
                  <a:schemeClr val="accent3"/>
                </a:solidFill>
                <a:latin typeface="Consolas" panose="020B0609020204030204" pitchFamily="49" charset="0"/>
              </a:rPr>
              <a:t>=3)</a:t>
            </a:r>
          </a:p>
        </p:txBody>
      </p:sp>
    </p:spTree>
    <p:extLst>
      <p:ext uri="{BB962C8B-B14F-4D97-AF65-F5344CB8AC3E}">
        <p14:creationId xmlns:p14="http://schemas.microsoft.com/office/powerpoint/2010/main" val="35919442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84949C-6D35-4B62-8326-33D3F790E549}"/>
              </a:ext>
            </a:extLst>
          </p:cNvPr>
          <p:cNvSpPr>
            <a:spLocks noGrp="1"/>
          </p:cNvSpPr>
          <p:nvPr>
            <p:ph type="title"/>
          </p:nvPr>
        </p:nvSpPr>
        <p:spPr/>
        <p:txBody>
          <a:bodyPr/>
          <a:lstStyle/>
          <a:p>
            <a:r>
              <a:rPr lang="en-US" dirty="0"/>
              <a:t>Set Up and Tear Down</a:t>
            </a:r>
            <a:endParaRPr lang="en-AU" dirty="0"/>
          </a:p>
        </p:txBody>
      </p:sp>
      <p:sp>
        <p:nvSpPr>
          <p:cNvPr id="3" name="Content Placeholder 2">
            <a:extLst>
              <a:ext uri="{FF2B5EF4-FFF2-40B4-BE49-F238E27FC236}">
                <a16:creationId xmlns:a16="http://schemas.microsoft.com/office/drawing/2014/main" id="{8478BC49-6C38-42BF-AF06-F8F2C04236C5}"/>
              </a:ext>
            </a:extLst>
          </p:cNvPr>
          <p:cNvSpPr>
            <a:spLocks noGrp="1"/>
          </p:cNvSpPr>
          <p:nvPr>
            <p:ph idx="1"/>
          </p:nvPr>
        </p:nvSpPr>
        <p:spPr/>
        <p:txBody>
          <a:bodyPr>
            <a:normAutofit/>
          </a:bodyPr>
          <a:lstStyle/>
          <a:p>
            <a:pPr marL="0" indent="0">
              <a:buNone/>
            </a:pPr>
            <a:r>
              <a:rPr lang="en-US" sz="2400" dirty="0"/>
              <a:t>As part of the </a:t>
            </a:r>
            <a:r>
              <a:rPr lang="en-US" sz="2400" b="1" dirty="0">
                <a:solidFill>
                  <a:schemeClr val="bg1"/>
                </a:solidFill>
              </a:rPr>
              <a:t>arrange &gt;&gt;&gt; act &gt;&gt;&gt; assert </a:t>
            </a:r>
            <a:r>
              <a:rPr lang="en-US" sz="2400" dirty="0"/>
              <a:t>testing flow.</a:t>
            </a:r>
          </a:p>
          <a:p>
            <a:r>
              <a:rPr lang="en-AU" sz="2400" dirty="0"/>
              <a:t>the </a:t>
            </a:r>
            <a:r>
              <a:rPr lang="en-AU" sz="2400" b="1" dirty="0" err="1">
                <a:solidFill>
                  <a:schemeClr val="bg1"/>
                </a:solidFill>
              </a:rPr>
              <a:t>setUp</a:t>
            </a:r>
            <a:r>
              <a:rPr lang="en-AU" sz="2400" dirty="0"/>
              <a:t> method in a </a:t>
            </a:r>
            <a:r>
              <a:rPr lang="en-AU" sz="2400" dirty="0" err="1"/>
              <a:t>TestCase</a:t>
            </a:r>
            <a:r>
              <a:rPr lang="en-AU" sz="2400" dirty="0"/>
              <a:t> runs before each test method.</a:t>
            </a:r>
          </a:p>
          <a:p>
            <a:r>
              <a:rPr lang="en-AU" sz="2400" dirty="0"/>
              <a:t>useful for arranging any objects needed by tests.</a:t>
            </a:r>
          </a:p>
          <a:p>
            <a:endParaRPr lang="en-AU" sz="2400" dirty="0"/>
          </a:p>
          <a:p>
            <a:pPr marL="0" indent="0">
              <a:buNone/>
            </a:pPr>
            <a:r>
              <a:rPr lang="en-AU" sz="2400" dirty="0"/>
              <a:t>After we make our assertions, </a:t>
            </a:r>
            <a:r>
              <a:rPr lang="en-AU" sz="2400" b="1" dirty="0" err="1">
                <a:solidFill>
                  <a:schemeClr val="bg1"/>
                </a:solidFill>
              </a:rPr>
              <a:t>tearDown</a:t>
            </a:r>
            <a:r>
              <a:rPr lang="en-AU" sz="2400" dirty="0"/>
              <a:t> runs after each test method</a:t>
            </a:r>
          </a:p>
          <a:p>
            <a:r>
              <a:rPr lang="en-AU" sz="2400" dirty="0"/>
              <a:t>cleanup activities incl. disconnecting from database or </a:t>
            </a:r>
            <a:r>
              <a:rPr lang="en-AU" sz="2400" dirty="0" err="1"/>
              <a:t>api</a:t>
            </a:r>
            <a:endParaRPr lang="en-AU" sz="2400" dirty="0"/>
          </a:p>
          <a:p>
            <a:r>
              <a:rPr lang="en-AU" sz="2400" dirty="0"/>
              <a:t>this ensures each test runs with in isolation</a:t>
            </a:r>
          </a:p>
          <a:p>
            <a:endParaRPr lang="en-AU" sz="2400" dirty="0"/>
          </a:p>
          <a:p>
            <a:pPr marL="0" indent="0">
              <a:buNone/>
            </a:pPr>
            <a:r>
              <a:rPr lang="en-AU" sz="2400" i="1" dirty="0">
                <a:solidFill>
                  <a:srgbClr val="4F81BD"/>
                </a:solidFill>
              </a:rPr>
              <a:t>Consider what object or states would a Tic Tac </a:t>
            </a:r>
            <a:r>
              <a:rPr lang="en-AU" sz="2400" i="1" dirty="0" err="1">
                <a:solidFill>
                  <a:srgbClr val="4F81BD"/>
                </a:solidFill>
              </a:rPr>
              <a:t>Toh</a:t>
            </a:r>
            <a:r>
              <a:rPr lang="en-AU" sz="2400" i="1" dirty="0">
                <a:solidFill>
                  <a:srgbClr val="4F81BD"/>
                </a:solidFill>
              </a:rPr>
              <a:t> test need?</a:t>
            </a:r>
            <a:endParaRPr lang="en-US" sz="2400" i="1" dirty="0">
              <a:solidFill>
                <a:srgbClr val="4F81BD"/>
              </a:solidFill>
            </a:endParaRPr>
          </a:p>
        </p:txBody>
      </p:sp>
    </p:spTree>
    <p:extLst>
      <p:ext uri="{BB962C8B-B14F-4D97-AF65-F5344CB8AC3E}">
        <p14:creationId xmlns:p14="http://schemas.microsoft.com/office/powerpoint/2010/main" val="35592333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84949C-6D35-4B62-8326-33D3F790E549}"/>
              </a:ext>
            </a:extLst>
          </p:cNvPr>
          <p:cNvSpPr>
            <a:spLocks noGrp="1"/>
          </p:cNvSpPr>
          <p:nvPr>
            <p:ph type="title"/>
          </p:nvPr>
        </p:nvSpPr>
        <p:spPr/>
        <p:txBody>
          <a:bodyPr/>
          <a:lstStyle/>
          <a:p>
            <a:r>
              <a:rPr lang="en-US" dirty="0"/>
              <a:t>Structure of unit tests</a:t>
            </a:r>
            <a:endParaRPr lang="en-AU" dirty="0"/>
          </a:p>
        </p:txBody>
      </p:sp>
      <p:sp>
        <p:nvSpPr>
          <p:cNvPr id="3" name="Content Placeholder 2">
            <a:extLst>
              <a:ext uri="{FF2B5EF4-FFF2-40B4-BE49-F238E27FC236}">
                <a16:creationId xmlns:a16="http://schemas.microsoft.com/office/drawing/2014/main" id="{8478BC49-6C38-42BF-AF06-F8F2C04236C5}"/>
              </a:ext>
            </a:extLst>
          </p:cNvPr>
          <p:cNvSpPr>
            <a:spLocks noGrp="1"/>
          </p:cNvSpPr>
          <p:nvPr>
            <p:ph idx="1"/>
          </p:nvPr>
        </p:nvSpPr>
        <p:spPr/>
        <p:txBody>
          <a:bodyPr>
            <a:normAutofit/>
          </a:bodyPr>
          <a:lstStyle/>
          <a:p>
            <a:pPr marL="0" indent="0">
              <a:buNone/>
            </a:pPr>
            <a:r>
              <a:rPr lang="en-US" dirty="0"/>
              <a:t>A single test in the test class:</a:t>
            </a:r>
            <a:endParaRPr lang="en-US" dirty="0">
              <a:solidFill>
                <a:schemeClr val="accent3"/>
              </a:solidFill>
              <a:latin typeface="Lucida Console" panose="020B0609040504020204" pitchFamily="49" charset="0"/>
            </a:endParaRPr>
          </a:p>
          <a:p>
            <a:endParaRPr lang="en-US" dirty="0"/>
          </a:p>
          <a:p>
            <a:pPr marL="0" indent="0">
              <a:buNone/>
            </a:pPr>
            <a:r>
              <a:rPr lang="en-US" sz="2400" dirty="0">
                <a:solidFill>
                  <a:schemeClr val="accent3"/>
                </a:solidFill>
                <a:latin typeface="Consolas" panose="020B0609020204030204" pitchFamily="49" charset="0"/>
              </a:rPr>
              <a:t>class </a:t>
            </a:r>
            <a:r>
              <a:rPr lang="en-US" sz="2400" dirty="0" err="1">
                <a:solidFill>
                  <a:schemeClr val="accent3"/>
                </a:solidFill>
                <a:latin typeface="Consolas" panose="020B0609020204030204" pitchFamily="49" charset="0"/>
              </a:rPr>
              <a:t>TestStack</a:t>
            </a:r>
            <a:r>
              <a:rPr lang="en-US" sz="2400" dirty="0">
                <a:solidFill>
                  <a:schemeClr val="accent3"/>
                </a:solidFill>
                <a:latin typeface="Consolas" panose="020B0609020204030204" pitchFamily="49" charset="0"/>
              </a:rPr>
              <a:t>(</a:t>
            </a:r>
            <a:r>
              <a:rPr lang="en-US" sz="2400" dirty="0" err="1">
                <a:solidFill>
                  <a:schemeClr val="accent3"/>
                </a:solidFill>
                <a:latin typeface="Consolas" panose="020B0609020204030204" pitchFamily="49" charset="0"/>
              </a:rPr>
              <a:t>unittest.TestCase</a:t>
            </a:r>
            <a:r>
              <a:rPr lang="en-US" sz="2400" dirty="0">
                <a:solidFill>
                  <a:schemeClr val="accent3"/>
                </a:solidFill>
                <a:latin typeface="Consolas" panose="020B0609020204030204" pitchFamily="49" charset="0"/>
              </a:rPr>
              <a:t>):</a:t>
            </a:r>
          </a:p>
          <a:p>
            <a:pPr marL="0" indent="0">
              <a:buNone/>
            </a:pPr>
            <a:r>
              <a:rPr lang="en-US" sz="2400" dirty="0">
                <a:solidFill>
                  <a:schemeClr val="accent1"/>
                </a:solidFill>
                <a:latin typeface="Consolas" panose="020B0609020204030204" pitchFamily="49" charset="0"/>
              </a:rPr>
              <a:t>		# setup </a:t>
            </a:r>
            <a:r>
              <a:rPr lang="en-US" sz="2400" dirty="0" err="1">
                <a:solidFill>
                  <a:schemeClr val="accent1"/>
                </a:solidFill>
                <a:latin typeface="Consolas" panose="020B0609020204030204" pitchFamily="49" charset="0"/>
              </a:rPr>
              <a:t>etc</a:t>
            </a:r>
            <a:r>
              <a:rPr lang="en-US" sz="2400" dirty="0">
                <a:solidFill>
                  <a:schemeClr val="accent1"/>
                </a:solidFill>
                <a:latin typeface="Consolas" panose="020B0609020204030204" pitchFamily="49" charset="0"/>
              </a:rPr>
              <a:t>…</a:t>
            </a:r>
          </a:p>
          <a:p>
            <a:pPr marL="0" indent="0">
              <a:buNone/>
            </a:pPr>
            <a:r>
              <a:rPr lang="en-US" sz="2400" dirty="0">
                <a:solidFill>
                  <a:schemeClr val="accent1"/>
                </a:solidFill>
                <a:latin typeface="Consolas" panose="020B0609020204030204" pitchFamily="49" charset="0"/>
              </a:rPr>
              <a:t>    	# continued…</a:t>
            </a:r>
          </a:p>
          <a:p>
            <a:pPr marL="0" indent="0">
              <a:buNone/>
            </a:pPr>
            <a:r>
              <a:rPr lang="en-US" sz="2400" dirty="0">
                <a:solidFill>
                  <a:schemeClr val="accent3"/>
                </a:solidFill>
                <a:latin typeface="Consolas" panose="020B0609020204030204" pitchFamily="49" charset="0"/>
              </a:rPr>
              <a:t>    	def </a:t>
            </a:r>
            <a:r>
              <a:rPr lang="en-US" sz="2400" dirty="0" err="1">
                <a:solidFill>
                  <a:schemeClr val="accent3"/>
                </a:solidFill>
                <a:latin typeface="Consolas" panose="020B0609020204030204" pitchFamily="49" charset="0"/>
              </a:rPr>
              <a:t>test_is_empty_is_true_for_empty_stack</a:t>
            </a:r>
            <a:r>
              <a:rPr lang="en-US" sz="2400" dirty="0">
                <a:solidFill>
                  <a:schemeClr val="accent3"/>
                </a:solidFill>
                <a:latin typeface="Consolas" panose="020B0609020204030204" pitchFamily="49" charset="0"/>
              </a:rPr>
              <a:t>(self):</a:t>
            </a:r>
          </a:p>
          <a:p>
            <a:pPr marL="0" indent="0">
              <a:buNone/>
            </a:pPr>
            <a:r>
              <a:rPr lang="en-US" sz="2400" dirty="0">
                <a:solidFill>
                  <a:schemeClr val="accent3"/>
                </a:solidFill>
                <a:latin typeface="Consolas" panose="020B0609020204030204" pitchFamily="49" charset="0"/>
              </a:rPr>
              <a:t>        	</a:t>
            </a:r>
            <a:r>
              <a:rPr lang="en-US" sz="2400" dirty="0" err="1">
                <a:solidFill>
                  <a:schemeClr val="accent3"/>
                </a:solidFill>
                <a:latin typeface="Consolas" panose="020B0609020204030204" pitchFamily="49" charset="0"/>
              </a:rPr>
              <a:t>self.assertTrue</a:t>
            </a:r>
            <a:r>
              <a:rPr lang="en-US" sz="2400" dirty="0">
                <a:solidFill>
                  <a:schemeClr val="accent3"/>
                </a:solidFill>
                <a:latin typeface="Consolas" panose="020B0609020204030204" pitchFamily="49" charset="0"/>
              </a:rPr>
              <a:t>(</a:t>
            </a:r>
            <a:r>
              <a:rPr lang="en-US" sz="2400" dirty="0" err="1">
                <a:solidFill>
                  <a:schemeClr val="accent3"/>
                </a:solidFill>
                <a:latin typeface="Consolas" panose="020B0609020204030204" pitchFamily="49" charset="0"/>
              </a:rPr>
              <a:t>self.stack.is_empty</a:t>
            </a:r>
            <a:r>
              <a:rPr lang="en-US" sz="2400" dirty="0">
                <a:solidFill>
                  <a:schemeClr val="accent3"/>
                </a:solidFill>
                <a:latin typeface="Consolas" panose="020B0609020204030204" pitchFamily="49" charset="0"/>
              </a:rPr>
              <a:t>())</a:t>
            </a:r>
          </a:p>
        </p:txBody>
      </p:sp>
    </p:spTree>
    <p:extLst>
      <p:ext uri="{BB962C8B-B14F-4D97-AF65-F5344CB8AC3E}">
        <p14:creationId xmlns:p14="http://schemas.microsoft.com/office/powerpoint/2010/main" val="249216479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69FFED-D621-4E06-B48D-157E708B9E1A}"/>
              </a:ext>
            </a:extLst>
          </p:cNvPr>
          <p:cNvSpPr>
            <a:spLocks noGrp="1"/>
          </p:cNvSpPr>
          <p:nvPr>
            <p:ph type="title"/>
          </p:nvPr>
        </p:nvSpPr>
        <p:spPr/>
        <p:txBody>
          <a:bodyPr/>
          <a:lstStyle/>
          <a:p>
            <a:r>
              <a:rPr lang="en-US" dirty="0"/>
              <a:t>Assertions</a:t>
            </a:r>
            <a:endParaRPr lang="en-AU" dirty="0"/>
          </a:p>
        </p:txBody>
      </p:sp>
      <p:sp>
        <p:nvSpPr>
          <p:cNvPr id="3" name="Content Placeholder 2">
            <a:extLst>
              <a:ext uri="{FF2B5EF4-FFF2-40B4-BE49-F238E27FC236}">
                <a16:creationId xmlns:a16="http://schemas.microsoft.com/office/drawing/2014/main" id="{876E86DC-D9B6-409F-BB2E-0A390F7C3497}"/>
              </a:ext>
            </a:extLst>
          </p:cNvPr>
          <p:cNvSpPr>
            <a:spLocks noGrp="1"/>
          </p:cNvSpPr>
          <p:nvPr>
            <p:ph idx="1"/>
          </p:nvPr>
        </p:nvSpPr>
        <p:spPr/>
        <p:txBody>
          <a:bodyPr/>
          <a:lstStyle/>
          <a:p>
            <a:r>
              <a:rPr lang="en-US" dirty="0"/>
              <a:t>There are numerous assertions available</a:t>
            </a:r>
            <a:endParaRPr lang="en-AU" dirty="0"/>
          </a:p>
        </p:txBody>
      </p:sp>
      <p:pic>
        <p:nvPicPr>
          <p:cNvPr id="5" name="Picture 4" descr="A screenshot of text&#10;&#10;Description automatically generated">
            <a:extLst>
              <a:ext uri="{FF2B5EF4-FFF2-40B4-BE49-F238E27FC236}">
                <a16:creationId xmlns:a16="http://schemas.microsoft.com/office/drawing/2014/main" id="{88E8491F-6C52-4670-B3E1-18475707E98A}"/>
              </a:ext>
            </a:extLst>
          </p:cNvPr>
          <p:cNvPicPr>
            <a:picLocks noChangeAspect="1"/>
          </p:cNvPicPr>
          <p:nvPr/>
        </p:nvPicPr>
        <p:blipFill>
          <a:blip r:embed="rId2"/>
          <a:stretch>
            <a:fillRect/>
          </a:stretch>
        </p:blipFill>
        <p:spPr>
          <a:xfrm>
            <a:off x="609600" y="2863774"/>
            <a:ext cx="4845299" cy="2959252"/>
          </a:xfrm>
          <a:prstGeom prst="rect">
            <a:avLst/>
          </a:prstGeom>
        </p:spPr>
      </p:pic>
      <p:pic>
        <p:nvPicPr>
          <p:cNvPr id="7" name="Picture 6" descr="A close up of a sign&#10;&#10;Description automatically generated">
            <a:extLst>
              <a:ext uri="{FF2B5EF4-FFF2-40B4-BE49-F238E27FC236}">
                <a16:creationId xmlns:a16="http://schemas.microsoft.com/office/drawing/2014/main" id="{0505E0FB-D782-492E-8687-9ACFDCF195A3}"/>
              </a:ext>
            </a:extLst>
          </p:cNvPr>
          <p:cNvPicPr>
            <a:picLocks noChangeAspect="1"/>
          </p:cNvPicPr>
          <p:nvPr/>
        </p:nvPicPr>
        <p:blipFill>
          <a:blip r:embed="rId3"/>
          <a:stretch>
            <a:fillRect/>
          </a:stretch>
        </p:blipFill>
        <p:spPr>
          <a:xfrm>
            <a:off x="6096000" y="2863774"/>
            <a:ext cx="4845299" cy="2902099"/>
          </a:xfrm>
          <a:prstGeom prst="rect">
            <a:avLst/>
          </a:prstGeom>
        </p:spPr>
      </p:pic>
    </p:spTree>
    <p:extLst>
      <p:ext uri="{BB962C8B-B14F-4D97-AF65-F5344CB8AC3E}">
        <p14:creationId xmlns:p14="http://schemas.microsoft.com/office/powerpoint/2010/main" val="428194259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69FFED-D621-4E06-B48D-157E708B9E1A}"/>
              </a:ext>
            </a:extLst>
          </p:cNvPr>
          <p:cNvSpPr>
            <a:spLocks noGrp="1"/>
          </p:cNvSpPr>
          <p:nvPr>
            <p:ph type="title"/>
          </p:nvPr>
        </p:nvSpPr>
        <p:spPr/>
        <p:txBody>
          <a:bodyPr/>
          <a:lstStyle/>
          <a:p>
            <a:r>
              <a:rPr lang="en-US" dirty="0"/>
              <a:t>Assertions</a:t>
            </a:r>
            <a:endParaRPr lang="en-AU" dirty="0"/>
          </a:p>
        </p:txBody>
      </p:sp>
      <p:sp>
        <p:nvSpPr>
          <p:cNvPr id="3" name="Content Placeholder 2">
            <a:extLst>
              <a:ext uri="{FF2B5EF4-FFF2-40B4-BE49-F238E27FC236}">
                <a16:creationId xmlns:a16="http://schemas.microsoft.com/office/drawing/2014/main" id="{876E86DC-D9B6-409F-BB2E-0A390F7C3497}"/>
              </a:ext>
            </a:extLst>
          </p:cNvPr>
          <p:cNvSpPr>
            <a:spLocks noGrp="1"/>
          </p:cNvSpPr>
          <p:nvPr>
            <p:ph idx="1"/>
          </p:nvPr>
        </p:nvSpPr>
        <p:spPr/>
        <p:txBody>
          <a:bodyPr/>
          <a:lstStyle/>
          <a:p>
            <a:r>
              <a:rPr lang="en-US" dirty="0"/>
              <a:t>There are numerous assertions available</a:t>
            </a:r>
            <a:endParaRPr lang="en-AU" dirty="0"/>
          </a:p>
        </p:txBody>
      </p:sp>
      <p:pic>
        <p:nvPicPr>
          <p:cNvPr id="6" name="Picture 5" descr="A close up of text on a white background&#10;&#10;Description automatically generated">
            <a:extLst>
              <a:ext uri="{FF2B5EF4-FFF2-40B4-BE49-F238E27FC236}">
                <a16:creationId xmlns:a16="http://schemas.microsoft.com/office/drawing/2014/main" id="{566D8AB7-AB92-43AF-9B67-EC70DB286F6B}"/>
              </a:ext>
            </a:extLst>
          </p:cNvPr>
          <p:cNvPicPr>
            <a:picLocks noChangeAspect="1"/>
          </p:cNvPicPr>
          <p:nvPr/>
        </p:nvPicPr>
        <p:blipFill>
          <a:blip r:embed="rId2"/>
          <a:stretch>
            <a:fillRect/>
          </a:stretch>
        </p:blipFill>
        <p:spPr>
          <a:xfrm>
            <a:off x="609600" y="3085575"/>
            <a:ext cx="4807197" cy="2863997"/>
          </a:xfrm>
          <a:prstGeom prst="rect">
            <a:avLst/>
          </a:prstGeom>
        </p:spPr>
      </p:pic>
      <p:pic>
        <p:nvPicPr>
          <p:cNvPr id="9" name="Picture 8" descr="A close up of text on a black background&#10;&#10;Description automatically generated">
            <a:extLst>
              <a:ext uri="{FF2B5EF4-FFF2-40B4-BE49-F238E27FC236}">
                <a16:creationId xmlns:a16="http://schemas.microsoft.com/office/drawing/2014/main" id="{5B79E22A-4750-4749-B95B-AC232234CCC2}"/>
              </a:ext>
            </a:extLst>
          </p:cNvPr>
          <p:cNvPicPr>
            <a:picLocks noChangeAspect="1"/>
          </p:cNvPicPr>
          <p:nvPr/>
        </p:nvPicPr>
        <p:blipFill>
          <a:blip r:embed="rId3"/>
          <a:stretch>
            <a:fillRect/>
          </a:stretch>
        </p:blipFill>
        <p:spPr>
          <a:xfrm>
            <a:off x="6154931" y="3085575"/>
            <a:ext cx="4819898" cy="1981302"/>
          </a:xfrm>
          <a:prstGeom prst="rect">
            <a:avLst/>
          </a:prstGeom>
        </p:spPr>
      </p:pic>
    </p:spTree>
    <p:extLst>
      <p:ext uri="{BB962C8B-B14F-4D97-AF65-F5344CB8AC3E}">
        <p14:creationId xmlns:p14="http://schemas.microsoft.com/office/powerpoint/2010/main" val="42554893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84949C-6D35-4B62-8326-33D3F790E549}"/>
              </a:ext>
            </a:extLst>
          </p:cNvPr>
          <p:cNvSpPr>
            <a:spLocks noGrp="1"/>
          </p:cNvSpPr>
          <p:nvPr>
            <p:ph type="title"/>
          </p:nvPr>
        </p:nvSpPr>
        <p:spPr/>
        <p:txBody>
          <a:bodyPr/>
          <a:lstStyle/>
          <a:p>
            <a:r>
              <a:rPr lang="en-US" dirty="0"/>
              <a:t>Common assertions</a:t>
            </a:r>
            <a:endParaRPr lang="en-AU" dirty="0"/>
          </a:p>
        </p:txBody>
      </p:sp>
      <p:sp>
        <p:nvSpPr>
          <p:cNvPr id="3" name="Content Placeholder 2">
            <a:extLst>
              <a:ext uri="{FF2B5EF4-FFF2-40B4-BE49-F238E27FC236}">
                <a16:creationId xmlns:a16="http://schemas.microsoft.com/office/drawing/2014/main" id="{8478BC49-6C38-42BF-AF06-F8F2C04236C5}"/>
              </a:ext>
            </a:extLst>
          </p:cNvPr>
          <p:cNvSpPr>
            <a:spLocks noGrp="1"/>
          </p:cNvSpPr>
          <p:nvPr>
            <p:ph idx="1"/>
          </p:nvPr>
        </p:nvSpPr>
        <p:spPr/>
        <p:txBody>
          <a:bodyPr>
            <a:normAutofit fontScale="92500"/>
          </a:bodyPr>
          <a:lstStyle/>
          <a:p>
            <a:r>
              <a:rPr lang="en-US" dirty="0"/>
              <a:t>We’ve seen </a:t>
            </a:r>
            <a:r>
              <a:rPr lang="en-US" dirty="0" err="1">
                <a:solidFill>
                  <a:schemeClr val="accent3"/>
                </a:solidFill>
                <a:latin typeface="Lucida Console" panose="020B0609040504020204" pitchFamily="49" charset="0"/>
              </a:rPr>
              <a:t>assertTrue</a:t>
            </a:r>
            <a:r>
              <a:rPr lang="en-US" dirty="0"/>
              <a:t> (</a:t>
            </a:r>
            <a:r>
              <a:rPr lang="en-US" dirty="0" err="1">
                <a:solidFill>
                  <a:schemeClr val="accent3"/>
                </a:solidFill>
                <a:latin typeface="Lucida Console" panose="020B0609040504020204" pitchFamily="49" charset="0"/>
              </a:rPr>
              <a:t>assertFalse</a:t>
            </a:r>
            <a:r>
              <a:rPr lang="en-US" dirty="0"/>
              <a:t> tests opposite)</a:t>
            </a:r>
            <a:endParaRPr lang="en-US" dirty="0">
              <a:solidFill>
                <a:schemeClr val="accent3"/>
              </a:solidFill>
              <a:latin typeface="Lucida Console" panose="020B0609040504020204" pitchFamily="49" charset="0"/>
            </a:endParaRPr>
          </a:p>
          <a:p>
            <a:endParaRPr lang="en-US" dirty="0"/>
          </a:p>
          <a:p>
            <a:r>
              <a:rPr lang="en-US" dirty="0" err="1">
                <a:solidFill>
                  <a:schemeClr val="accent3"/>
                </a:solidFill>
                <a:latin typeface="Lucida Console" panose="020B0609040504020204" pitchFamily="49" charset="0"/>
              </a:rPr>
              <a:t>self.assertEquals</a:t>
            </a:r>
            <a:r>
              <a:rPr lang="en-US" dirty="0">
                <a:solidFill>
                  <a:schemeClr val="accent3"/>
                </a:solidFill>
                <a:latin typeface="Lucida Console" panose="020B0609040504020204" pitchFamily="49" charset="0"/>
              </a:rPr>
              <a:t>(a, b)</a:t>
            </a:r>
            <a:r>
              <a:rPr lang="en-US" dirty="0"/>
              <a:t> compares two values </a:t>
            </a:r>
            <a:r>
              <a:rPr lang="en-US" dirty="0">
                <a:solidFill>
                  <a:schemeClr val="accent3"/>
                </a:solidFill>
                <a:latin typeface="Lucida Console" panose="020B0609040504020204" pitchFamily="49" charset="0"/>
              </a:rPr>
              <a:t>a</a:t>
            </a:r>
            <a:r>
              <a:rPr lang="en-US" dirty="0"/>
              <a:t> and </a:t>
            </a:r>
            <a:r>
              <a:rPr lang="en-US" dirty="0">
                <a:solidFill>
                  <a:schemeClr val="accent3"/>
                </a:solidFill>
                <a:latin typeface="Lucida Console" panose="020B0609040504020204" pitchFamily="49" charset="0"/>
              </a:rPr>
              <a:t>b</a:t>
            </a:r>
          </a:p>
          <a:p>
            <a:endParaRPr lang="en-US" dirty="0">
              <a:solidFill>
                <a:schemeClr val="bg1"/>
              </a:solidFill>
            </a:endParaRPr>
          </a:p>
          <a:p>
            <a:r>
              <a:rPr lang="en-US" dirty="0">
                <a:solidFill>
                  <a:schemeClr val="bg1"/>
                </a:solidFill>
              </a:rPr>
              <a:t>If</a:t>
            </a:r>
            <a:r>
              <a:rPr lang="en-US" dirty="0">
                <a:solidFill>
                  <a:schemeClr val="bg1"/>
                </a:solidFill>
                <a:latin typeface="Lucida Console" panose="020B0609040504020204" pitchFamily="49" charset="0"/>
              </a:rPr>
              <a:t> </a:t>
            </a:r>
            <a:r>
              <a:rPr lang="en-US" dirty="0">
                <a:solidFill>
                  <a:schemeClr val="accent3"/>
                </a:solidFill>
                <a:latin typeface="Lucida Console" panose="020B0609040504020204" pitchFamily="49" charset="0"/>
              </a:rPr>
              <a:t>a != b</a:t>
            </a:r>
            <a:r>
              <a:rPr lang="en-US" dirty="0">
                <a:solidFill>
                  <a:schemeClr val="bg1"/>
                </a:solidFill>
              </a:rPr>
              <a:t>, an exception is raised, and the test fails.</a:t>
            </a:r>
          </a:p>
          <a:p>
            <a:endParaRPr lang="en-US" dirty="0">
              <a:solidFill>
                <a:schemeClr val="bg1"/>
              </a:solidFill>
            </a:endParaRPr>
          </a:p>
          <a:p>
            <a:r>
              <a:rPr lang="en-US" dirty="0">
                <a:solidFill>
                  <a:schemeClr val="bg1"/>
                </a:solidFill>
              </a:rPr>
              <a:t>A third parameter can be used as a “message” field, which will be shown if the test fails.</a:t>
            </a:r>
          </a:p>
        </p:txBody>
      </p:sp>
    </p:spTree>
    <p:extLst>
      <p:ext uri="{BB962C8B-B14F-4D97-AF65-F5344CB8AC3E}">
        <p14:creationId xmlns:p14="http://schemas.microsoft.com/office/powerpoint/2010/main" val="388747919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84949C-6D35-4B62-8326-33D3F790E549}"/>
              </a:ext>
            </a:extLst>
          </p:cNvPr>
          <p:cNvSpPr>
            <a:spLocks noGrp="1"/>
          </p:cNvSpPr>
          <p:nvPr>
            <p:ph type="title"/>
          </p:nvPr>
        </p:nvSpPr>
        <p:spPr/>
        <p:txBody>
          <a:bodyPr/>
          <a:lstStyle/>
          <a:p>
            <a:r>
              <a:rPr lang="en-US" dirty="0"/>
              <a:t>Common assertions</a:t>
            </a:r>
            <a:endParaRPr lang="en-AU" dirty="0"/>
          </a:p>
        </p:txBody>
      </p:sp>
      <p:sp>
        <p:nvSpPr>
          <p:cNvPr id="3" name="Content Placeholder 2">
            <a:extLst>
              <a:ext uri="{FF2B5EF4-FFF2-40B4-BE49-F238E27FC236}">
                <a16:creationId xmlns:a16="http://schemas.microsoft.com/office/drawing/2014/main" id="{8478BC49-6C38-42BF-AF06-F8F2C04236C5}"/>
              </a:ext>
            </a:extLst>
          </p:cNvPr>
          <p:cNvSpPr>
            <a:spLocks noGrp="1"/>
          </p:cNvSpPr>
          <p:nvPr>
            <p:ph idx="1"/>
          </p:nvPr>
        </p:nvSpPr>
        <p:spPr/>
        <p:txBody>
          <a:bodyPr>
            <a:normAutofit/>
          </a:bodyPr>
          <a:lstStyle/>
          <a:p>
            <a:pPr marL="0" indent="0">
              <a:buNone/>
            </a:pPr>
            <a:r>
              <a:rPr lang="en-US" dirty="0"/>
              <a:t>If you want to test whether an exception is raised:</a:t>
            </a:r>
          </a:p>
          <a:p>
            <a:endParaRPr lang="en-US" sz="2400" dirty="0">
              <a:solidFill>
                <a:schemeClr val="bg1"/>
              </a:solidFill>
              <a:latin typeface="Consolas" panose="020B0609020204030204" pitchFamily="49" charset="0"/>
            </a:endParaRPr>
          </a:p>
          <a:p>
            <a:pPr marL="0" indent="0">
              <a:buNone/>
            </a:pPr>
            <a:r>
              <a:rPr lang="en-US" sz="2400" dirty="0">
                <a:solidFill>
                  <a:schemeClr val="accent3"/>
                </a:solidFill>
                <a:latin typeface="Consolas" panose="020B0609020204030204" pitchFamily="49" charset="0"/>
              </a:rPr>
              <a:t>def </a:t>
            </a:r>
            <a:r>
              <a:rPr lang="en-US" sz="2400" dirty="0" err="1">
                <a:solidFill>
                  <a:schemeClr val="accent3"/>
                </a:solidFill>
                <a:latin typeface="Consolas" panose="020B0609020204030204" pitchFamily="49" charset="0"/>
              </a:rPr>
              <a:t>test_exception_is_raised</a:t>
            </a:r>
            <a:r>
              <a:rPr lang="en-US" sz="2400" dirty="0">
                <a:solidFill>
                  <a:schemeClr val="accent3"/>
                </a:solidFill>
                <a:latin typeface="Consolas" panose="020B0609020204030204" pitchFamily="49" charset="0"/>
              </a:rPr>
              <a:t>(self):</a:t>
            </a:r>
          </a:p>
          <a:p>
            <a:pPr marL="0" indent="0">
              <a:buNone/>
            </a:pPr>
            <a:r>
              <a:rPr lang="en-US" sz="2400" dirty="0">
                <a:solidFill>
                  <a:schemeClr val="accent1">
                    <a:lumMod val="75000"/>
                  </a:schemeClr>
                </a:solidFill>
                <a:latin typeface="Consolas" panose="020B0609020204030204" pitchFamily="49" charset="0"/>
              </a:rPr>
              <a:t>    # You can tell which exception is expected</a:t>
            </a:r>
          </a:p>
          <a:p>
            <a:pPr marL="0" indent="0">
              <a:buNone/>
            </a:pPr>
            <a:r>
              <a:rPr lang="en-US" sz="2400" dirty="0">
                <a:solidFill>
                  <a:schemeClr val="accent3"/>
                </a:solidFill>
                <a:latin typeface="Consolas" panose="020B0609020204030204" pitchFamily="49" charset="0"/>
              </a:rPr>
              <a:t>    with </a:t>
            </a:r>
            <a:r>
              <a:rPr lang="en-US" sz="2400" dirty="0" err="1">
                <a:solidFill>
                  <a:schemeClr val="accent3"/>
                </a:solidFill>
                <a:latin typeface="Consolas" panose="020B0609020204030204" pitchFamily="49" charset="0"/>
              </a:rPr>
              <a:t>self.assertRaises</a:t>
            </a:r>
            <a:r>
              <a:rPr lang="en-US" sz="2400" dirty="0">
                <a:solidFill>
                  <a:schemeClr val="accent3"/>
                </a:solidFill>
                <a:latin typeface="Consolas" panose="020B0609020204030204" pitchFamily="49" charset="0"/>
              </a:rPr>
              <a:t>(</a:t>
            </a:r>
            <a:r>
              <a:rPr lang="en-US" sz="2400" dirty="0" err="1">
                <a:solidFill>
                  <a:schemeClr val="accent3"/>
                </a:solidFill>
                <a:latin typeface="Consolas" panose="020B0609020204030204" pitchFamily="49" charset="0"/>
              </a:rPr>
              <a:t>IndexError</a:t>
            </a:r>
            <a:r>
              <a:rPr lang="en-US" sz="2400" dirty="0">
                <a:solidFill>
                  <a:schemeClr val="accent3"/>
                </a:solidFill>
                <a:latin typeface="Consolas" panose="020B0609020204030204" pitchFamily="49" charset="0"/>
              </a:rPr>
              <a:t>):</a:t>
            </a:r>
          </a:p>
          <a:p>
            <a:pPr marL="0" indent="0">
              <a:buNone/>
            </a:pPr>
            <a:r>
              <a:rPr lang="en-US" sz="2400" dirty="0">
                <a:solidFill>
                  <a:schemeClr val="accent3"/>
                </a:solidFill>
                <a:latin typeface="Consolas" panose="020B0609020204030204" pitchFamily="49" charset="0"/>
              </a:rPr>
              <a:t>        </a:t>
            </a:r>
            <a:r>
              <a:rPr lang="en-US" sz="2400" dirty="0" err="1">
                <a:solidFill>
                  <a:schemeClr val="accent3"/>
                </a:solidFill>
                <a:latin typeface="Consolas" panose="020B0609020204030204" pitchFamily="49" charset="0"/>
              </a:rPr>
              <a:t>self.stack.push</a:t>
            </a:r>
            <a:r>
              <a:rPr lang="en-US" sz="2400" dirty="0">
                <a:solidFill>
                  <a:schemeClr val="accent3"/>
                </a:solidFill>
                <a:latin typeface="Consolas" panose="020B0609020204030204" pitchFamily="49" charset="0"/>
              </a:rPr>
              <a:t>(3)</a:t>
            </a:r>
          </a:p>
          <a:p>
            <a:endParaRPr lang="en-US" sz="2800" dirty="0">
              <a:solidFill>
                <a:schemeClr val="accent3"/>
              </a:solidFill>
              <a:latin typeface="Lucida Console" panose="020B0609040504020204" pitchFamily="49" charset="0"/>
            </a:endParaRPr>
          </a:p>
          <a:p>
            <a:pPr marL="0" indent="0">
              <a:buNone/>
            </a:pPr>
            <a:r>
              <a:rPr lang="en-US" sz="2800" dirty="0"/>
              <a:t>Note: that the </a:t>
            </a:r>
            <a:r>
              <a:rPr lang="en-US" sz="2800" dirty="0" err="1"/>
              <a:t>Socratica</a:t>
            </a:r>
            <a:r>
              <a:rPr lang="en-US" sz="2800" dirty="0"/>
              <a:t> video shows another method of checking for exceptions.</a:t>
            </a:r>
          </a:p>
          <a:p>
            <a:endParaRPr lang="en-US" sz="2800" dirty="0">
              <a:solidFill>
                <a:schemeClr val="accent3"/>
              </a:solidFill>
              <a:latin typeface="Lucida Console" panose="020B0609040504020204" pitchFamily="49" charset="0"/>
            </a:endParaRPr>
          </a:p>
        </p:txBody>
      </p:sp>
    </p:spTree>
    <p:extLst>
      <p:ext uri="{BB962C8B-B14F-4D97-AF65-F5344CB8AC3E}">
        <p14:creationId xmlns:p14="http://schemas.microsoft.com/office/powerpoint/2010/main" val="260495330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84949C-6D35-4B62-8326-33D3F790E549}"/>
              </a:ext>
            </a:extLst>
          </p:cNvPr>
          <p:cNvSpPr>
            <a:spLocks noGrp="1"/>
          </p:cNvSpPr>
          <p:nvPr>
            <p:ph type="title"/>
          </p:nvPr>
        </p:nvSpPr>
        <p:spPr>
          <a:xfrm>
            <a:off x="716604" y="3009628"/>
            <a:ext cx="10972800" cy="1003205"/>
          </a:xfrm>
        </p:spPr>
        <p:txBody>
          <a:bodyPr/>
          <a:lstStyle/>
          <a:p>
            <a:r>
              <a:rPr lang="en-US" dirty="0"/>
              <a:t>Break</a:t>
            </a:r>
            <a:endParaRPr lang="en-AU" dirty="0"/>
          </a:p>
        </p:txBody>
      </p:sp>
    </p:spTree>
    <p:extLst>
      <p:ext uri="{BB962C8B-B14F-4D97-AF65-F5344CB8AC3E}">
        <p14:creationId xmlns:p14="http://schemas.microsoft.com/office/powerpoint/2010/main" val="56835682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86F1F3-E18E-534F-AB7A-B6C4146295CC}"/>
              </a:ext>
            </a:extLst>
          </p:cNvPr>
          <p:cNvSpPr>
            <a:spLocks noGrp="1"/>
          </p:cNvSpPr>
          <p:nvPr>
            <p:ph type="title"/>
          </p:nvPr>
        </p:nvSpPr>
        <p:spPr/>
        <p:txBody>
          <a:bodyPr/>
          <a:lstStyle/>
          <a:p>
            <a:r>
              <a:rPr lang="en-US" dirty="0"/>
              <a:t>Activity 1 – In class</a:t>
            </a:r>
          </a:p>
        </p:txBody>
      </p:sp>
      <p:sp>
        <p:nvSpPr>
          <p:cNvPr id="3" name="Content Placeholder 2">
            <a:extLst>
              <a:ext uri="{FF2B5EF4-FFF2-40B4-BE49-F238E27FC236}">
                <a16:creationId xmlns:a16="http://schemas.microsoft.com/office/drawing/2014/main" id="{4AE8607B-B2C5-7E42-9965-36830BD71478}"/>
              </a:ext>
            </a:extLst>
          </p:cNvPr>
          <p:cNvSpPr>
            <a:spLocks noGrp="1"/>
          </p:cNvSpPr>
          <p:nvPr>
            <p:ph idx="1"/>
          </p:nvPr>
        </p:nvSpPr>
        <p:spPr>
          <a:xfrm>
            <a:off x="745787" y="2264044"/>
            <a:ext cx="10972800" cy="2329911"/>
          </a:xfrm>
        </p:spPr>
        <p:txBody>
          <a:bodyPr>
            <a:normAutofit/>
          </a:bodyPr>
          <a:lstStyle/>
          <a:p>
            <a:pPr marL="514350" indent="-514350" algn="l">
              <a:buFont typeface="+mj-lt"/>
              <a:buAutoNum type="arabicPeriod"/>
            </a:pPr>
            <a:r>
              <a:rPr lang="en-AU" b="0" i="0" dirty="0">
                <a:solidFill>
                  <a:schemeClr val="bg1"/>
                </a:solidFill>
                <a:effectLst/>
                <a:highlight>
                  <a:srgbClr val="000000"/>
                </a:highlight>
                <a:latin typeface="Open Sans" panose="020B0606030504020204" pitchFamily="34" charset="0"/>
              </a:rPr>
              <a:t>watch the </a:t>
            </a:r>
            <a:r>
              <a:rPr lang="en-AU" dirty="0" err="1">
                <a:solidFill>
                  <a:schemeClr val="bg1"/>
                </a:solidFill>
                <a:highlight>
                  <a:srgbClr val="000000"/>
                </a:highlight>
                <a:latin typeface="Open Sans" panose="020B0606030504020204" pitchFamily="34" charset="0"/>
              </a:rPr>
              <a:t>S</a:t>
            </a:r>
            <a:r>
              <a:rPr lang="en-AU" b="0" i="0" dirty="0" err="1">
                <a:solidFill>
                  <a:schemeClr val="bg1"/>
                </a:solidFill>
                <a:effectLst/>
                <a:highlight>
                  <a:srgbClr val="000000"/>
                </a:highlight>
                <a:latin typeface="Open Sans" panose="020B0606030504020204" pitchFamily="34" charset="0"/>
              </a:rPr>
              <a:t>ocratica</a:t>
            </a:r>
            <a:r>
              <a:rPr lang="en-AU" b="0" i="0" dirty="0">
                <a:solidFill>
                  <a:schemeClr val="bg1"/>
                </a:solidFill>
                <a:effectLst/>
                <a:highlight>
                  <a:srgbClr val="000000"/>
                </a:highlight>
                <a:latin typeface="Open Sans" panose="020B0606030504020204" pitchFamily="34" charset="0"/>
              </a:rPr>
              <a:t> video on unit testing</a:t>
            </a:r>
          </a:p>
          <a:p>
            <a:pPr marL="514350" indent="-514350" algn="l">
              <a:buFont typeface="+mj-lt"/>
              <a:buAutoNum type="arabicPeriod"/>
            </a:pPr>
            <a:r>
              <a:rPr lang="en-AU" b="0" i="0" dirty="0">
                <a:solidFill>
                  <a:schemeClr val="bg1"/>
                </a:solidFill>
                <a:effectLst/>
                <a:highlight>
                  <a:srgbClr val="000000"/>
                </a:highlight>
                <a:latin typeface="Open Sans" panose="020B0606030504020204" pitchFamily="34" charset="0"/>
              </a:rPr>
              <a:t>download the zip file</a:t>
            </a:r>
          </a:p>
          <a:p>
            <a:pPr marL="514350" indent="-514350" algn="l">
              <a:buFont typeface="+mj-lt"/>
              <a:buAutoNum type="arabicPeriod"/>
            </a:pPr>
            <a:r>
              <a:rPr lang="en-AU" b="0" i="0" dirty="0">
                <a:solidFill>
                  <a:schemeClr val="bg1"/>
                </a:solidFill>
                <a:effectLst/>
                <a:highlight>
                  <a:srgbClr val="000000"/>
                </a:highlight>
                <a:latin typeface="Open Sans" panose="020B0606030504020204" pitchFamily="34" charset="0"/>
              </a:rPr>
              <a:t>complete the </a:t>
            </a:r>
            <a:r>
              <a:rPr lang="en-AU" b="0" i="0" dirty="0" err="1">
                <a:solidFill>
                  <a:schemeClr val="bg1"/>
                </a:solidFill>
                <a:effectLst/>
                <a:highlight>
                  <a:srgbClr val="000000"/>
                </a:highlight>
                <a:latin typeface="Open Sans" panose="020B0606030504020204" pitchFamily="34" charset="0"/>
              </a:rPr>
              <a:t>Socratica</a:t>
            </a:r>
            <a:r>
              <a:rPr lang="en-AU" b="0" i="0" dirty="0">
                <a:solidFill>
                  <a:schemeClr val="bg1"/>
                </a:solidFill>
                <a:effectLst/>
                <a:highlight>
                  <a:srgbClr val="000000"/>
                </a:highlight>
                <a:latin typeface="Open Sans" panose="020B0606030504020204" pitchFamily="34" charset="0"/>
              </a:rPr>
              <a:t> task, so all of the three tests run successfully.</a:t>
            </a:r>
          </a:p>
        </p:txBody>
      </p:sp>
    </p:spTree>
    <p:extLst>
      <p:ext uri="{BB962C8B-B14F-4D97-AF65-F5344CB8AC3E}">
        <p14:creationId xmlns:p14="http://schemas.microsoft.com/office/powerpoint/2010/main" val="199225969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86F1F3-E18E-534F-AB7A-B6C4146295CC}"/>
              </a:ext>
            </a:extLst>
          </p:cNvPr>
          <p:cNvSpPr>
            <a:spLocks noGrp="1"/>
          </p:cNvSpPr>
          <p:nvPr>
            <p:ph type="title"/>
          </p:nvPr>
        </p:nvSpPr>
        <p:spPr/>
        <p:txBody>
          <a:bodyPr/>
          <a:lstStyle/>
          <a:p>
            <a:r>
              <a:rPr lang="en-US" dirty="0"/>
              <a:t>Activity 2 – In class</a:t>
            </a:r>
          </a:p>
        </p:txBody>
      </p:sp>
      <p:sp>
        <p:nvSpPr>
          <p:cNvPr id="3" name="Content Placeholder 2">
            <a:extLst>
              <a:ext uri="{FF2B5EF4-FFF2-40B4-BE49-F238E27FC236}">
                <a16:creationId xmlns:a16="http://schemas.microsoft.com/office/drawing/2014/main" id="{4AE8607B-B2C5-7E42-9965-36830BD71478}"/>
              </a:ext>
            </a:extLst>
          </p:cNvPr>
          <p:cNvSpPr>
            <a:spLocks noGrp="1"/>
          </p:cNvSpPr>
          <p:nvPr>
            <p:ph idx="1"/>
          </p:nvPr>
        </p:nvSpPr>
        <p:spPr>
          <a:xfrm>
            <a:off x="609600" y="1794617"/>
            <a:ext cx="10972800" cy="4563491"/>
          </a:xfrm>
        </p:spPr>
        <p:txBody>
          <a:bodyPr>
            <a:normAutofit fontScale="92500" lnSpcReduction="20000"/>
          </a:bodyPr>
          <a:lstStyle/>
          <a:p>
            <a:pPr marL="514350" indent="-514350">
              <a:buFont typeface="+mj-lt"/>
              <a:buAutoNum type="arabicPeriod"/>
            </a:pPr>
            <a:r>
              <a:rPr lang="en-US" dirty="0"/>
              <a:t>Write a function that calculates the sum of two numbers</a:t>
            </a:r>
          </a:p>
          <a:p>
            <a:pPr lvl="1"/>
            <a:r>
              <a:rPr lang="en-US" dirty="0"/>
              <a:t>Call it </a:t>
            </a:r>
            <a:r>
              <a:rPr lang="en-US" dirty="0">
                <a:solidFill>
                  <a:srgbClr val="C00000"/>
                </a:solidFill>
                <a:latin typeface="Consolas" panose="020B0609020204030204" pitchFamily="49" charset="0"/>
                <a:cs typeface="Consolas" panose="020B0609020204030204" pitchFamily="49" charset="0"/>
              </a:rPr>
              <a:t>add</a:t>
            </a:r>
            <a:r>
              <a:rPr lang="en-US" dirty="0"/>
              <a:t> or </a:t>
            </a:r>
            <a:r>
              <a:rPr lang="en-US" dirty="0">
                <a:solidFill>
                  <a:srgbClr val="C00000"/>
                </a:solidFill>
                <a:latin typeface="Consolas" panose="020B0609020204030204" pitchFamily="49" charset="0"/>
                <a:cs typeface="Consolas" panose="020B0609020204030204" pitchFamily="49" charset="0"/>
              </a:rPr>
              <a:t>add2</a:t>
            </a:r>
            <a:r>
              <a:rPr lang="en-US" dirty="0"/>
              <a:t>, not </a:t>
            </a:r>
            <a:r>
              <a:rPr lang="en-US" dirty="0">
                <a:solidFill>
                  <a:schemeClr val="accent6"/>
                </a:solidFill>
                <a:latin typeface="Consolas" panose="020B0609020204030204" pitchFamily="49" charset="0"/>
                <a:cs typeface="Consolas" panose="020B0609020204030204" pitchFamily="49" charset="0"/>
              </a:rPr>
              <a:t>sum</a:t>
            </a:r>
            <a:r>
              <a:rPr lang="en-US" dirty="0"/>
              <a:t> (that is a built-in function)</a:t>
            </a:r>
          </a:p>
          <a:p>
            <a:pPr lvl="1"/>
            <a:r>
              <a:rPr lang="en-US" dirty="0"/>
              <a:t>Include a docstring!</a:t>
            </a:r>
          </a:p>
          <a:p>
            <a:pPr marL="514350" indent="-514350">
              <a:buFont typeface="+mj-lt"/>
              <a:buAutoNum type="arabicPeriod"/>
            </a:pPr>
            <a:endParaRPr lang="en-US" dirty="0"/>
          </a:p>
          <a:p>
            <a:pPr marL="514350" indent="-514350">
              <a:buFont typeface="+mj-lt"/>
              <a:buAutoNum type="arabicPeriod"/>
            </a:pPr>
            <a:r>
              <a:rPr lang="en-US" dirty="0"/>
              <a:t>Write the unit tests that check:</a:t>
            </a:r>
          </a:p>
          <a:p>
            <a:pPr lvl="1"/>
            <a:r>
              <a:rPr lang="en-US" dirty="0"/>
              <a:t>that correct values are calculated for integer, floating point, </a:t>
            </a:r>
            <a:r>
              <a:rPr lang="en-US" i="1" dirty="0"/>
              <a:t>and</a:t>
            </a:r>
            <a:r>
              <a:rPr lang="en-US" dirty="0"/>
              <a:t> complex numbers (e.g., </a:t>
            </a:r>
            <a:r>
              <a:rPr lang="en-US" dirty="0">
                <a:solidFill>
                  <a:srgbClr val="C00000"/>
                </a:solidFill>
                <a:latin typeface="Consolas" panose="020B0609020204030204" pitchFamily="49" charset="0"/>
                <a:cs typeface="Consolas" panose="020B0609020204030204" pitchFamily="49" charset="0"/>
              </a:rPr>
              <a:t>2 - 1j</a:t>
            </a:r>
            <a:r>
              <a:rPr lang="en-US" dirty="0"/>
              <a:t> is complex)</a:t>
            </a:r>
          </a:p>
          <a:p>
            <a:pPr lvl="1"/>
            <a:r>
              <a:rPr lang="en-US" dirty="0"/>
              <a:t>that a </a:t>
            </a:r>
            <a:r>
              <a:rPr lang="en-US" dirty="0" err="1">
                <a:solidFill>
                  <a:srgbClr val="C00000"/>
                </a:solidFill>
                <a:latin typeface="Consolas" panose="020B0609020204030204" pitchFamily="49" charset="0"/>
                <a:cs typeface="Consolas" panose="020B0609020204030204" pitchFamily="49" charset="0"/>
              </a:rPr>
              <a:t>TypeError</a:t>
            </a:r>
            <a:r>
              <a:rPr lang="en-US" dirty="0"/>
              <a:t> is raised if any of the arguments is not a valid </a:t>
            </a:r>
            <a:r>
              <a:rPr lang="en-US" i="1" dirty="0"/>
              <a:t>type</a:t>
            </a:r>
          </a:p>
          <a:p>
            <a:pPr marL="971550" lvl="1" indent="-514350">
              <a:buFont typeface="+mj-lt"/>
              <a:buAutoNum type="arabicPeriod"/>
            </a:pPr>
            <a:endParaRPr lang="en-US" dirty="0"/>
          </a:p>
          <a:p>
            <a:pPr marL="514350" indent="-514350">
              <a:buFont typeface="+mj-lt"/>
              <a:buAutoNum type="arabicPeriod"/>
            </a:pPr>
            <a:r>
              <a:rPr lang="en-US" dirty="0"/>
              <a:t>Question: </a:t>
            </a:r>
          </a:p>
          <a:p>
            <a:pPr lvl="1"/>
            <a:r>
              <a:rPr lang="en-US" dirty="0"/>
              <a:t>do you need to test for a </a:t>
            </a:r>
            <a:r>
              <a:rPr lang="en-US" dirty="0" err="1">
                <a:solidFill>
                  <a:srgbClr val="C00000"/>
                </a:solidFill>
                <a:latin typeface="Consolas" panose="020B0609020204030204" pitchFamily="49" charset="0"/>
                <a:cs typeface="Consolas" panose="020B0609020204030204" pitchFamily="49" charset="0"/>
              </a:rPr>
              <a:t>ValueError</a:t>
            </a:r>
            <a:r>
              <a:rPr lang="en-US" dirty="0"/>
              <a:t> like in the </a:t>
            </a:r>
            <a:r>
              <a:rPr lang="en-US" dirty="0" err="1"/>
              <a:t>Socratica</a:t>
            </a:r>
            <a:r>
              <a:rPr lang="en-US" dirty="0"/>
              <a:t> video?</a:t>
            </a:r>
          </a:p>
        </p:txBody>
      </p:sp>
    </p:spTree>
    <p:extLst>
      <p:ext uri="{BB962C8B-B14F-4D97-AF65-F5344CB8AC3E}">
        <p14:creationId xmlns:p14="http://schemas.microsoft.com/office/powerpoint/2010/main" val="69640603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86F1F3-E18E-534F-AB7A-B6C4146295CC}"/>
              </a:ext>
            </a:extLst>
          </p:cNvPr>
          <p:cNvSpPr>
            <a:spLocks noGrp="1"/>
          </p:cNvSpPr>
          <p:nvPr>
            <p:ph type="title"/>
          </p:nvPr>
        </p:nvSpPr>
        <p:spPr/>
        <p:txBody>
          <a:bodyPr/>
          <a:lstStyle/>
          <a:p>
            <a:r>
              <a:rPr lang="en-US" dirty="0"/>
              <a:t>Activity 3 – Test Driven Development</a:t>
            </a:r>
          </a:p>
        </p:txBody>
      </p:sp>
      <p:sp>
        <p:nvSpPr>
          <p:cNvPr id="3" name="Content Placeholder 2">
            <a:extLst>
              <a:ext uri="{FF2B5EF4-FFF2-40B4-BE49-F238E27FC236}">
                <a16:creationId xmlns:a16="http://schemas.microsoft.com/office/drawing/2014/main" id="{4AE8607B-B2C5-7E42-9965-36830BD71478}"/>
              </a:ext>
            </a:extLst>
          </p:cNvPr>
          <p:cNvSpPr>
            <a:spLocks noGrp="1"/>
          </p:cNvSpPr>
          <p:nvPr>
            <p:ph idx="1"/>
          </p:nvPr>
        </p:nvSpPr>
        <p:spPr/>
        <p:txBody>
          <a:bodyPr>
            <a:normAutofit/>
          </a:bodyPr>
          <a:lstStyle/>
          <a:p>
            <a:pPr marL="0" indent="0">
              <a:buNone/>
            </a:pPr>
            <a:r>
              <a:rPr lang="en-AU" sz="2800" dirty="0"/>
              <a:t>In applications of scale it is can be productive to build your tests first.</a:t>
            </a:r>
          </a:p>
          <a:p>
            <a:pPr marL="514350" indent="-514350">
              <a:buFont typeface="+mj-lt"/>
              <a:buAutoNum type="arabicPeriod"/>
            </a:pPr>
            <a:endParaRPr lang="en-AU" sz="2800" dirty="0"/>
          </a:p>
          <a:p>
            <a:pPr marL="514350" indent="-514350">
              <a:buFont typeface="+mj-lt"/>
              <a:buAutoNum type="arabicPeriod"/>
            </a:pPr>
            <a:r>
              <a:rPr lang="en-AU" sz="2800" dirty="0"/>
              <a:t>when a defect is found, write a test exposing the defect</a:t>
            </a:r>
          </a:p>
          <a:p>
            <a:pPr marL="514350" indent="-514350">
              <a:buFont typeface="+mj-lt"/>
              <a:buAutoNum type="arabicPeriod"/>
            </a:pPr>
            <a:r>
              <a:rPr lang="en-AU" sz="2800" dirty="0"/>
              <a:t>decompose a program feature into a sequence of unit tests </a:t>
            </a:r>
          </a:p>
          <a:p>
            <a:pPr marL="514350" indent="-514350">
              <a:buFont typeface="+mj-lt"/>
              <a:buAutoNum type="arabicPeriod"/>
            </a:pPr>
            <a:r>
              <a:rPr lang="en-AU" sz="2800" dirty="0"/>
              <a:t>situation specific tests – e.g. performance testing under load</a:t>
            </a:r>
          </a:p>
          <a:p>
            <a:pPr marL="514350" indent="-514350">
              <a:buFont typeface="+mj-lt"/>
              <a:buAutoNum type="arabicPeriod"/>
            </a:pPr>
            <a:r>
              <a:rPr lang="en-AU" sz="2800" dirty="0"/>
              <a:t>code coverage is evidence of TDD – 80% is a benchmark</a:t>
            </a:r>
          </a:p>
          <a:p>
            <a:pPr marL="514350" indent="-514350">
              <a:buFont typeface="+mj-lt"/>
              <a:buAutoNum type="arabicPeriod"/>
            </a:pPr>
            <a:r>
              <a:rPr lang="en-AU" sz="2800" dirty="0"/>
              <a:t>version control show that test code is added to any Pull Request</a:t>
            </a:r>
            <a:endParaRPr lang="en-US" sz="2800" dirty="0"/>
          </a:p>
        </p:txBody>
      </p:sp>
    </p:spTree>
    <p:extLst>
      <p:ext uri="{BB962C8B-B14F-4D97-AF65-F5344CB8AC3E}">
        <p14:creationId xmlns:p14="http://schemas.microsoft.com/office/powerpoint/2010/main" val="327741185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86F1F3-E18E-534F-AB7A-B6C4146295CC}"/>
              </a:ext>
            </a:extLst>
          </p:cNvPr>
          <p:cNvSpPr>
            <a:spLocks noGrp="1"/>
          </p:cNvSpPr>
          <p:nvPr>
            <p:ph type="title"/>
          </p:nvPr>
        </p:nvSpPr>
        <p:spPr>
          <a:xfrm>
            <a:off x="742765" y="3065538"/>
            <a:ext cx="10972800" cy="1003205"/>
          </a:xfrm>
        </p:spPr>
        <p:txBody>
          <a:bodyPr/>
          <a:lstStyle/>
          <a:p>
            <a:r>
              <a:rPr lang="en-US" dirty="0"/>
              <a:t>Activity 3 – TDD in practice</a:t>
            </a:r>
          </a:p>
        </p:txBody>
      </p:sp>
    </p:spTree>
    <p:extLst>
      <p:ext uri="{BB962C8B-B14F-4D97-AF65-F5344CB8AC3E}">
        <p14:creationId xmlns:p14="http://schemas.microsoft.com/office/powerpoint/2010/main" val="379467387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84949C-6D35-4B62-8326-33D3F790E549}"/>
              </a:ext>
            </a:extLst>
          </p:cNvPr>
          <p:cNvSpPr>
            <a:spLocks noGrp="1"/>
          </p:cNvSpPr>
          <p:nvPr>
            <p:ph type="title"/>
          </p:nvPr>
        </p:nvSpPr>
        <p:spPr/>
        <p:txBody>
          <a:bodyPr/>
          <a:lstStyle/>
          <a:p>
            <a:r>
              <a:rPr lang="en-US" dirty="0"/>
              <a:t>Arranging our Test with </a:t>
            </a:r>
            <a:r>
              <a:rPr lang="en-AU" sz="4400" dirty="0" err="1">
                <a:solidFill>
                  <a:schemeClr val="accent3"/>
                </a:solidFill>
                <a:latin typeface="Lucida Console" panose="020B0609040504020204" pitchFamily="49" charset="0"/>
              </a:rPr>
              <a:t>unittest.mock</a:t>
            </a:r>
            <a:r>
              <a:rPr lang="en-AU" sz="4400" dirty="0">
                <a:solidFill>
                  <a:schemeClr val="accent3"/>
                </a:solidFill>
                <a:latin typeface="Lucida Console" panose="020B0609040504020204" pitchFamily="49" charset="0"/>
              </a:rPr>
              <a:t> </a:t>
            </a:r>
            <a:endParaRPr lang="en-AU" dirty="0"/>
          </a:p>
        </p:txBody>
      </p:sp>
      <p:sp>
        <p:nvSpPr>
          <p:cNvPr id="3" name="Content Placeholder 2">
            <a:extLst>
              <a:ext uri="{FF2B5EF4-FFF2-40B4-BE49-F238E27FC236}">
                <a16:creationId xmlns:a16="http://schemas.microsoft.com/office/drawing/2014/main" id="{8478BC49-6C38-42BF-AF06-F8F2C04236C5}"/>
              </a:ext>
            </a:extLst>
          </p:cNvPr>
          <p:cNvSpPr>
            <a:spLocks noGrp="1"/>
          </p:cNvSpPr>
          <p:nvPr>
            <p:ph idx="1"/>
          </p:nvPr>
        </p:nvSpPr>
        <p:spPr/>
        <p:txBody>
          <a:bodyPr>
            <a:normAutofit/>
          </a:bodyPr>
          <a:lstStyle/>
          <a:p>
            <a:r>
              <a:rPr lang="en-AU" sz="2800" dirty="0">
                <a:solidFill>
                  <a:schemeClr val="bg1"/>
                </a:solidFill>
              </a:rPr>
              <a:t>some test require unique objects in place of our system </a:t>
            </a:r>
          </a:p>
          <a:p>
            <a:r>
              <a:rPr lang="en-AU" sz="2800" dirty="0">
                <a:solidFill>
                  <a:srgbClr val="FFC000"/>
                </a:solidFill>
              </a:rPr>
              <a:t>Mocks</a:t>
            </a:r>
            <a:r>
              <a:rPr lang="en-AU" sz="2800" dirty="0">
                <a:solidFill>
                  <a:schemeClr val="bg1"/>
                </a:solidFill>
              </a:rPr>
              <a:t> return predefined values to calls </a:t>
            </a:r>
          </a:p>
          <a:p>
            <a:r>
              <a:rPr lang="en-AU" sz="2800" dirty="0">
                <a:solidFill>
                  <a:schemeClr val="bg1"/>
                </a:solidFill>
              </a:rPr>
              <a:t>can be checked to see if the Mock objects were accessed as expected.</a:t>
            </a:r>
          </a:p>
          <a:p>
            <a:r>
              <a:rPr lang="en-AU" sz="2800" dirty="0">
                <a:solidFill>
                  <a:schemeClr val="bg1"/>
                </a:solidFill>
              </a:rPr>
              <a:t>useful when the real objects are difficult to include</a:t>
            </a:r>
            <a:r>
              <a:rPr lang="en-AU" sz="2800" dirty="0">
                <a:solidFill>
                  <a:schemeClr val="bg1"/>
                </a:solidFill>
                <a:highlight>
                  <a:srgbClr val="000000"/>
                </a:highlight>
              </a:rPr>
              <a:t> in our unit tests, </a:t>
            </a:r>
          </a:p>
          <a:p>
            <a:pPr marL="0" indent="0">
              <a:buNone/>
            </a:pPr>
            <a:endParaRPr lang="en-AU" sz="2800" dirty="0">
              <a:solidFill>
                <a:schemeClr val="accent3"/>
              </a:solidFill>
              <a:highlight>
                <a:srgbClr val="000000"/>
              </a:highlight>
              <a:latin typeface="Lucida Console" panose="020B0609040504020204" pitchFamily="49" charset="0"/>
            </a:endParaRPr>
          </a:p>
          <a:p>
            <a:pPr marL="0" indent="0">
              <a:buNone/>
            </a:pPr>
            <a:r>
              <a:rPr lang="en-AU" sz="2800" dirty="0">
                <a:solidFill>
                  <a:schemeClr val="accent1"/>
                </a:solidFill>
                <a:highlight>
                  <a:srgbClr val="000000"/>
                </a:highlight>
              </a:rPr>
              <a:t>Such as accessing </a:t>
            </a:r>
            <a:r>
              <a:rPr lang="en-AU" sz="2800" dirty="0">
                <a:solidFill>
                  <a:schemeClr val="accent1"/>
                </a:solidFill>
              </a:rPr>
              <a:t>a database or an API…</a:t>
            </a:r>
            <a:endParaRPr lang="en-US" sz="2800" dirty="0">
              <a:solidFill>
                <a:schemeClr val="accent1"/>
              </a:solidFill>
            </a:endParaRPr>
          </a:p>
        </p:txBody>
      </p:sp>
    </p:spTree>
    <p:extLst>
      <p:ext uri="{BB962C8B-B14F-4D97-AF65-F5344CB8AC3E}">
        <p14:creationId xmlns:p14="http://schemas.microsoft.com/office/powerpoint/2010/main" val="323736278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84949C-6D35-4B62-8326-33D3F790E549}"/>
              </a:ext>
            </a:extLst>
          </p:cNvPr>
          <p:cNvSpPr>
            <a:spLocks noGrp="1"/>
          </p:cNvSpPr>
          <p:nvPr>
            <p:ph type="title"/>
          </p:nvPr>
        </p:nvSpPr>
        <p:spPr/>
        <p:txBody>
          <a:bodyPr/>
          <a:lstStyle/>
          <a:p>
            <a:r>
              <a:rPr lang="en-AU" dirty="0"/>
              <a:t>Extending our Mock objects with patch</a:t>
            </a:r>
          </a:p>
        </p:txBody>
      </p:sp>
      <p:sp>
        <p:nvSpPr>
          <p:cNvPr id="3" name="Content Placeholder 2">
            <a:extLst>
              <a:ext uri="{FF2B5EF4-FFF2-40B4-BE49-F238E27FC236}">
                <a16:creationId xmlns:a16="http://schemas.microsoft.com/office/drawing/2014/main" id="{8478BC49-6C38-42BF-AF06-F8F2C04236C5}"/>
              </a:ext>
            </a:extLst>
          </p:cNvPr>
          <p:cNvSpPr>
            <a:spLocks noGrp="1"/>
          </p:cNvSpPr>
          <p:nvPr>
            <p:ph idx="1"/>
          </p:nvPr>
        </p:nvSpPr>
        <p:spPr>
          <a:xfrm>
            <a:off x="609599" y="1794617"/>
            <a:ext cx="11258145" cy="4563491"/>
          </a:xfrm>
        </p:spPr>
        <p:txBody>
          <a:bodyPr>
            <a:normAutofit/>
          </a:bodyPr>
          <a:lstStyle/>
          <a:p>
            <a:r>
              <a:rPr lang="en-AU" dirty="0">
                <a:solidFill>
                  <a:schemeClr val="bg1"/>
                </a:solidFill>
              </a:rPr>
              <a:t>part the </a:t>
            </a:r>
            <a:r>
              <a:rPr lang="en-AU" dirty="0" err="1">
                <a:solidFill>
                  <a:schemeClr val="bg1"/>
                </a:solidFill>
              </a:rPr>
              <a:t>unittest.mock</a:t>
            </a:r>
            <a:r>
              <a:rPr lang="en-AU" dirty="0">
                <a:solidFill>
                  <a:schemeClr val="bg1"/>
                </a:solidFill>
              </a:rPr>
              <a:t> module. </a:t>
            </a:r>
          </a:p>
          <a:p>
            <a:r>
              <a:rPr lang="en-AU" dirty="0">
                <a:solidFill>
                  <a:schemeClr val="bg1"/>
                </a:solidFill>
              </a:rPr>
              <a:t>let's us replace real objects with mock objects during tests.</a:t>
            </a:r>
          </a:p>
          <a:p>
            <a:r>
              <a:rPr lang="en-AU" dirty="0">
                <a:solidFill>
                  <a:schemeClr val="bg1"/>
                </a:solidFill>
              </a:rPr>
              <a:t>isolating the unit of code, we are testing</a:t>
            </a:r>
          </a:p>
          <a:p>
            <a:r>
              <a:rPr lang="en-AU" dirty="0">
                <a:solidFill>
                  <a:schemeClr val="bg1"/>
                </a:solidFill>
              </a:rPr>
              <a:t>can simulates interactions with external systems</a:t>
            </a:r>
          </a:p>
          <a:p>
            <a:r>
              <a:rPr lang="en-AU" dirty="0">
                <a:solidFill>
                  <a:schemeClr val="bg1"/>
                </a:solidFill>
              </a:rPr>
              <a:t>avoids side effects on database or Api's</a:t>
            </a:r>
          </a:p>
          <a:p>
            <a:endParaRPr lang="en-AU" dirty="0">
              <a:solidFill>
                <a:schemeClr val="bg1"/>
              </a:solidFill>
            </a:endParaRPr>
          </a:p>
          <a:p>
            <a:pPr marL="0" indent="0">
              <a:buNone/>
            </a:pPr>
            <a:r>
              <a:rPr lang="en-AU" dirty="0">
                <a:solidFill>
                  <a:schemeClr val="accent1"/>
                </a:solidFill>
                <a:hlinkClick r:id="rId3">
                  <a:extLst>
                    <a:ext uri="{A12FA001-AC4F-418D-AE19-62706E023703}">
                      <ahyp:hlinkClr xmlns:ahyp="http://schemas.microsoft.com/office/drawing/2018/hyperlinkcolor" val="tx"/>
                    </a:ext>
                  </a:extLst>
                </a:hlinkClick>
              </a:rPr>
              <a:t>https://docs.python.org/3/library/unittest.mock.html</a:t>
            </a:r>
            <a:endParaRPr lang="en-US" dirty="0">
              <a:solidFill>
                <a:schemeClr val="accent1"/>
              </a:solidFill>
            </a:endParaRPr>
          </a:p>
        </p:txBody>
      </p:sp>
    </p:spTree>
    <p:extLst>
      <p:ext uri="{BB962C8B-B14F-4D97-AF65-F5344CB8AC3E}">
        <p14:creationId xmlns:p14="http://schemas.microsoft.com/office/powerpoint/2010/main" val="152413689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84949C-6D35-4B62-8326-33D3F790E549}"/>
              </a:ext>
            </a:extLst>
          </p:cNvPr>
          <p:cNvSpPr>
            <a:spLocks noGrp="1"/>
          </p:cNvSpPr>
          <p:nvPr>
            <p:ph type="title"/>
          </p:nvPr>
        </p:nvSpPr>
        <p:spPr/>
        <p:txBody>
          <a:bodyPr/>
          <a:lstStyle/>
          <a:p>
            <a:r>
              <a:rPr lang="en-AU" dirty="0"/>
              <a:t>Patch objects</a:t>
            </a:r>
          </a:p>
        </p:txBody>
      </p:sp>
      <p:sp>
        <p:nvSpPr>
          <p:cNvPr id="3" name="Content Placeholder 2">
            <a:extLst>
              <a:ext uri="{FF2B5EF4-FFF2-40B4-BE49-F238E27FC236}">
                <a16:creationId xmlns:a16="http://schemas.microsoft.com/office/drawing/2014/main" id="{8478BC49-6C38-42BF-AF06-F8F2C04236C5}"/>
              </a:ext>
            </a:extLst>
          </p:cNvPr>
          <p:cNvSpPr>
            <a:spLocks noGrp="1"/>
          </p:cNvSpPr>
          <p:nvPr>
            <p:ph idx="1"/>
          </p:nvPr>
        </p:nvSpPr>
        <p:spPr>
          <a:xfrm>
            <a:off x="194867" y="1923576"/>
            <a:ext cx="6115455" cy="3010847"/>
          </a:xfrm>
        </p:spPr>
        <p:txBody>
          <a:bodyPr>
            <a:normAutofit lnSpcReduction="10000"/>
          </a:bodyPr>
          <a:lstStyle/>
          <a:p>
            <a:pPr marL="0" indent="0">
              <a:buNone/>
            </a:pPr>
            <a:r>
              <a:rPr lang="en-AU" sz="1600" dirty="0">
                <a:solidFill>
                  <a:schemeClr val="accent3">
                    <a:lumMod val="75000"/>
                  </a:schemeClr>
                </a:solidFill>
                <a:highlight>
                  <a:srgbClr val="1F1F1F"/>
                </a:highlight>
                <a:latin typeface="Consolas" panose="020B0609020204030204" pitchFamily="49" charset="0"/>
              </a:rPr>
              <a:t>## Patching a Class</a:t>
            </a:r>
            <a:endParaRPr lang="en-AU" sz="1600" b="0" dirty="0">
              <a:solidFill>
                <a:schemeClr val="accent3">
                  <a:lumMod val="75000"/>
                </a:schemeClr>
              </a:solidFill>
              <a:effectLst/>
              <a:highlight>
                <a:srgbClr val="1F1F1F"/>
              </a:highlight>
              <a:latin typeface="Consolas" panose="020B0609020204030204" pitchFamily="49" charset="0"/>
            </a:endParaRPr>
          </a:p>
          <a:p>
            <a:pPr marL="0" indent="0">
              <a:buNone/>
            </a:pPr>
            <a:r>
              <a:rPr lang="en-AU" sz="1600" b="0" dirty="0">
                <a:solidFill>
                  <a:srgbClr val="569CD6"/>
                </a:solidFill>
                <a:effectLst/>
                <a:highlight>
                  <a:srgbClr val="1F1F1F"/>
                </a:highlight>
                <a:latin typeface="Consolas" panose="020B0609020204030204" pitchFamily="49" charset="0"/>
              </a:rPr>
              <a:t>class</a:t>
            </a:r>
            <a:r>
              <a:rPr lang="en-AU" sz="1600" b="0" dirty="0">
                <a:solidFill>
                  <a:srgbClr val="CCCCCC"/>
                </a:solidFill>
                <a:effectLst/>
                <a:highlight>
                  <a:srgbClr val="1F1F1F"/>
                </a:highlight>
                <a:latin typeface="Consolas" panose="020B0609020204030204" pitchFamily="49" charset="0"/>
              </a:rPr>
              <a:t> </a:t>
            </a:r>
            <a:r>
              <a:rPr lang="en-AU" sz="1600" b="0" dirty="0" err="1">
                <a:solidFill>
                  <a:srgbClr val="4EC9B0"/>
                </a:solidFill>
                <a:effectLst/>
                <a:highlight>
                  <a:srgbClr val="1F1F1F"/>
                </a:highlight>
                <a:latin typeface="Consolas" panose="020B0609020204030204" pitchFamily="49" charset="0"/>
              </a:rPr>
              <a:t>TestStartGame</a:t>
            </a:r>
            <a:r>
              <a:rPr lang="en-AU" sz="1600" b="0" dirty="0">
                <a:solidFill>
                  <a:srgbClr val="CCCCCC"/>
                </a:solidFill>
                <a:effectLst/>
                <a:highlight>
                  <a:srgbClr val="1F1F1F"/>
                </a:highlight>
                <a:latin typeface="Consolas" panose="020B0609020204030204" pitchFamily="49" charset="0"/>
              </a:rPr>
              <a:t>(</a:t>
            </a:r>
            <a:r>
              <a:rPr lang="en-AU" sz="1600" b="0" dirty="0" err="1">
                <a:solidFill>
                  <a:srgbClr val="4EC9B0"/>
                </a:solidFill>
                <a:effectLst/>
                <a:highlight>
                  <a:srgbClr val="1F1F1F"/>
                </a:highlight>
                <a:latin typeface="Consolas" panose="020B0609020204030204" pitchFamily="49" charset="0"/>
              </a:rPr>
              <a:t>TestCase</a:t>
            </a:r>
            <a:r>
              <a:rPr lang="en-AU" sz="1600" b="0" dirty="0">
                <a:solidFill>
                  <a:srgbClr val="CCCCCC"/>
                </a:solidFill>
                <a:effectLst/>
                <a:highlight>
                  <a:srgbClr val="1F1F1F"/>
                </a:highlight>
                <a:latin typeface="Consolas" panose="020B0609020204030204" pitchFamily="49" charset="0"/>
              </a:rPr>
              <a:t>):</a:t>
            </a:r>
          </a:p>
          <a:p>
            <a:pPr marL="0" indent="0">
              <a:buNone/>
            </a:pPr>
            <a:r>
              <a:rPr lang="en-AU" sz="1600" b="0" dirty="0">
                <a:solidFill>
                  <a:srgbClr val="CCCCCC"/>
                </a:solidFill>
                <a:effectLst/>
                <a:highlight>
                  <a:srgbClr val="1F1F1F"/>
                </a:highlight>
                <a:latin typeface="Consolas" panose="020B0609020204030204" pitchFamily="49" charset="0"/>
              </a:rPr>
              <a:t>  </a:t>
            </a:r>
            <a:r>
              <a:rPr lang="en-AU" sz="1600" b="0" dirty="0">
                <a:solidFill>
                  <a:srgbClr val="DCDCAA"/>
                </a:solidFill>
                <a:effectLst/>
                <a:highlight>
                  <a:srgbClr val="1F1F1F"/>
                </a:highlight>
                <a:latin typeface="Consolas" panose="020B0609020204030204" pitchFamily="49" charset="0"/>
              </a:rPr>
              <a:t>@</a:t>
            </a:r>
            <a:r>
              <a:rPr lang="en-AU" sz="1600" b="0" dirty="0">
                <a:solidFill>
                  <a:srgbClr val="9CDCFE"/>
                </a:solidFill>
                <a:effectLst/>
                <a:highlight>
                  <a:srgbClr val="1F1F1F"/>
                </a:highlight>
                <a:latin typeface="Consolas" panose="020B0609020204030204" pitchFamily="49" charset="0"/>
              </a:rPr>
              <a:t>patch</a:t>
            </a:r>
            <a:r>
              <a:rPr lang="en-AU" sz="1600" b="0" dirty="0">
                <a:solidFill>
                  <a:srgbClr val="CCCCCC"/>
                </a:solidFill>
                <a:effectLst/>
                <a:highlight>
                  <a:srgbClr val="1F1F1F"/>
                </a:highlight>
                <a:latin typeface="Consolas" panose="020B0609020204030204" pitchFamily="49" charset="0"/>
              </a:rPr>
              <a:t>(</a:t>
            </a:r>
            <a:r>
              <a:rPr lang="en-AU" sz="1600" b="0" dirty="0">
                <a:solidFill>
                  <a:srgbClr val="CE9178"/>
                </a:solidFill>
                <a:effectLst/>
                <a:highlight>
                  <a:srgbClr val="1F1F1F"/>
                </a:highlight>
                <a:latin typeface="Consolas" panose="020B0609020204030204" pitchFamily="49" charset="0"/>
              </a:rPr>
              <a:t>'game.TicTacToe'</a:t>
            </a:r>
            <a:r>
              <a:rPr lang="en-AU" sz="1600" b="0" dirty="0">
                <a:solidFill>
                  <a:srgbClr val="CCCCCC"/>
                </a:solidFill>
                <a:effectLst/>
                <a:highlight>
                  <a:srgbClr val="1F1F1F"/>
                </a:highlight>
                <a:latin typeface="Consolas" panose="020B0609020204030204" pitchFamily="49" charset="0"/>
              </a:rPr>
              <a:t>)</a:t>
            </a:r>
          </a:p>
          <a:p>
            <a:pPr marL="0" indent="0">
              <a:buNone/>
            </a:pPr>
            <a:r>
              <a:rPr lang="en-AU" sz="1600" b="0" dirty="0">
                <a:solidFill>
                  <a:srgbClr val="CCCCCC"/>
                </a:solidFill>
                <a:effectLst/>
                <a:highlight>
                  <a:srgbClr val="1F1F1F"/>
                </a:highlight>
                <a:latin typeface="Consolas" panose="020B0609020204030204" pitchFamily="49" charset="0"/>
              </a:rPr>
              <a:t>  </a:t>
            </a:r>
            <a:r>
              <a:rPr lang="en-AU" sz="1600" b="0" dirty="0">
                <a:solidFill>
                  <a:srgbClr val="569CD6"/>
                </a:solidFill>
                <a:effectLst/>
                <a:highlight>
                  <a:srgbClr val="1F1F1F"/>
                </a:highlight>
                <a:latin typeface="Consolas" panose="020B0609020204030204" pitchFamily="49" charset="0"/>
              </a:rPr>
              <a:t>def</a:t>
            </a:r>
            <a:r>
              <a:rPr lang="en-AU" sz="1600" b="0" dirty="0">
                <a:solidFill>
                  <a:srgbClr val="CCCCCC"/>
                </a:solidFill>
                <a:effectLst/>
                <a:highlight>
                  <a:srgbClr val="1F1F1F"/>
                </a:highlight>
                <a:latin typeface="Consolas" panose="020B0609020204030204" pitchFamily="49" charset="0"/>
              </a:rPr>
              <a:t> </a:t>
            </a:r>
            <a:r>
              <a:rPr lang="en-AU" sz="1600" b="0" dirty="0" err="1">
                <a:solidFill>
                  <a:srgbClr val="DCDCAA"/>
                </a:solidFill>
                <a:effectLst/>
                <a:highlight>
                  <a:srgbClr val="1F1F1F"/>
                </a:highlight>
                <a:latin typeface="Consolas" panose="020B0609020204030204" pitchFamily="49" charset="0"/>
              </a:rPr>
              <a:t>test_start_game</a:t>
            </a:r>
            <a:r>
              <a:rPr lang="en-AU" sz="1600" b="0" dirty="0">
                <a:solidFill>
                  <a:srgbClr val="CCCCCC"/>
                </a:solidFill>
                <a:effectLst/>
                <a:highlight>
                  <a:srgbClr val="1F1F1F"/>
                </a:highlight>
                <a:latin typeface="Consolas" panose="020B0609020204030204" pitchFamily="49" charset="0"/>
              </a:rPr>
              <a:t>(</a:t>
            </a:r>
            <a:r>
              <a:rPr lang="en-AU" sz="1600" b="0" dirty="0">
                <a:solidFill>
                  <a:srgbClr val="9CDCFE"/>
                </a:solidFill>
                <a:effectLst/>
                <a:highlight>
                  <a:srgbClr val="1F1F1F"/>
                </a:highlight>
                <a:latin typeface="Consolas" panose="020B0609020204030204" pitchFamily="49" charset="0"/>
              </a:rPr>
              <a:t>self</a:t>
            </a:r>
            <a:r>
              <a:rPr lang="en-AU" sz="1600" b="0" dirty="0">
                <a:solidFill>
                  <a:srgbClr val="CCCCCC"/>
                </a:solidFill>
                <a:effectLst/>
                <a:highlight>
                  <a:srgbClr val="1F1F1F"/>
                </a:highlight>
                <a:latin typeface="Consolas" panose="020B0609020204030204" pitchFamily="49" charset="0"/>
              </a:rPr>
              <a:t>, </a:t>
            </a:r>
            <a:r>
              <a:rPr lang="en-AU" sz="1600" b="0" dirty="0" err="1">
                <a:solidFill>
                  <a:srgbClr val="9CDCFE"/>
                </a:solidFill>
                <a:effectLst/>
                <a:highlight>
                  <a:srgbClr val="1F1F1F"/>
                </a:highlight>
                <a:latin typeface="Consolas" panose="020B0609020204030204" pitchFamily="49" charset="0"/>
              </a:rPr>
              <a:t>MockTicTacToe</a:t>
            </a:r>
            <a:r>
              <a:rPr lang="en-AU" sz="1600" b="0" dirty="0">
                <a:solidFill>
                  <a:srgbClr val="CCCCCC"/>
                </a:solidFill>
                <a:effectLst/>
                <a:highlight>
                  <a:srgbClr val="1F1F1F"/>
                </a:highlight>
                <a:latin typeface="Consolas" panose="020B0609020204030204" pitchFamily="49" charset="0"/>
              </a:rPr>
              <a:t>):</a:t>
            </a:r>
          </a:p>
          <a:p>
            <a:pPr marL="0" indent="0">
              <a:buNone/>
            </a:pPr>
            <a:r>
              <a:rPr lang="en-AU" sz="1600" b="0" dirty="0">
                <a:solidFill>
                  <a:srgbClr val="CCCCCC"/>
                </a:solidFill>
                <a:effectLst/>
                <a:highlight>
                  <a:srgbClr val="1F1F1F"/>
                </a:highlight>
                <a:latin typeface="Consolas" panose="020B0609020204030204" pitchFamily="49" charset="0"/>
              </a:rPr>
              <a:t>    </a:t>
            </a:r>
            <a:r>
              <a:rPr lang="en-AU" sz="1600" b="0" dirty="0">
                <a:solidFill>
                  <a:srgbClr val="6A9955"/>
                </a:solidFill>
                <a:effectLst/>
                <a:highlight>
                  <a:srgbClr val="1F1F1F"/>
                </a:highlight>
                <a:latin typeface="Consolas" panose="020B0609020204030204" pitchFamily="49" charset="0"/>
              </a:rPr>
              <a:t># Create a mock instance of </a:t>
            </a:r>
            <a:r>
              <a:rPr lang="en-AU" sz="1600" b="0" dirty="0" err="1">
                <a:solidFill>
                  <a:srgbClr val="6A9955"/>
                </a:solidFill>
                <a:effectLst/>
                <a:highlight>
                  <a:srgbClr val="1F1F1F"/>
                </a:highlight>
                <a:latin typeface="Consolas" panose="020B0609020204030204" pitchFamily="49" charset="0"/>
              </a:rPr>
              <a:t>TicTacToe</a:t>
            </a:r>
            <a:endParaRPr lang="en-AU" sz="1600" b="0" dirty="0">
              <a:solidFill>
                <a:srgbClr val="CCCCCC"/>
              </a:solidFill>
              <a:effectLst/>
              <a:highlight>
                <a:srgbClr val="1F1F1F"/>
              </a:highlight>
              <a:latin typeface="Consolas" panose="020B0609020204030204" pitchFamily="49" charset="0"/>
            </a:endParaRPr>
          </a:p>
          <a:p>
            <a:pPr marL="0" indent="0">
              <a:buNone/>
            </a:pPr>
            <a:r>
              <a:rPr lang="en-AU" sz="1600" b="0" dirty="0">
                <a:solidFill>
                  <a:srgbClr val="CCCCCC"/>
                </a:solidFill>
                <a:effectLst/>
                <a:highlight>
                  <a:srgbClr val="1F1F1F"/>
                </a:highlight>
                <a:latin typeface="Consolas" panose="020B0609020204030204" pitchFamily="49" charset="0"/>
              </a:rPr>
              <a:t>    </a:t>
            </a:r>
            <a:r>
              <a:rPr lang="en-AU" sz="1600" b="0" dirty="0" err="1">
                <a:solidFill>
                  <a:srgbClr val="9CDCFE"/>
                </a:solidFill>
                <a:effectLst/>
                <a:highlight>
                  <a:srgbClr val="1F1F1F"/>
                </a:highlight>
                <a:latin typeface="Consolas" panose="020B0609020204030204" pitchFamily="49" charset="0"/>
              </a:rPr>
              <a:t>mock_game_instance</a:t>
            </a:r>
            <a:r>
              <a:rPr lang="en-AU" sz="1600" b="0" dirty="0">
                <a:solidFill>
                  <a:srgbClr val="CCCCCC"/>
                </a:solidFill>
                <a:effectLst/>
                <a:highlight>
                  <a:srgbClr val="1F1F1F"/>
                </a:highlight>
                <a:latin typeface="Consolas" panose="020B0609020204030204" pitchFamily="49" charset="0"/>
              </a:rPr>
              <a:t> = </a:t>
            </a:r>
            <a:r>
              <a:rPr lang="en-AU" sz="1600" b="0" dirty="0" err="1">
                <a:solidFill>
                  <a:srgbClr val="9CDCFE"/>
                </a:solidFill>
                <a:effectLst/>
                <a:highlight>
                  <a:srgbClr val="1F1F1F"/>
                </a:highlight>
                <a:latin typeface="Consolas" panose="020B0609020204030204" pitchFamily="49" charset="0"/>
              </a:rPr>
              <a:t>MockTicTacToe</a:t>
            </a:r>
            <a:r>
              <a:rPr lang="en-AU" sz="1600" b="0" dirty="0" err="1">
                <a:solidFill>
                  <a:srgbClr val="CCCCCC"/>
                </a:solidFill>
                <a:effectLst/>
                <a:highlight>
                  <a:srgbClr val="1F1F1F"/>
                </a:highlight>
                <a:latin typeface="Consolas" panose="020B0609020204030204" pitchFamily="49" charset="0"/>
              </a:rPr>
              <a:t>.return_value</a:t>
            </a:r>
            <a:endParaRPr lang="en-AU" sz="1600" b="0" dirty="0">
              <a:solidFill>
                <a:srgbClr val="CCCCCC"/>
              </a:solidFill>
              <a:effectLst/>
              <a:highlight>
                <a:srgbClr val="1F1F1F"/>
              </a:highlight>
              <a:latin typeface="Consolas" panose="020B0609020204030204" pitchFamily="49" charset="0"/>
            </a:endParaRPr>
          </a:p>
          <a:p>
            <a:pPr marL="0" indent="0">
              <a:buNone/>
            </a:pPr>
            <a:r>
              <a:rPr lang="en-AU" sz="1600" b="0" dirty="0">
                <a:solidFill>
                  <a:srgbClr val="CCCCCC"/>
                </a:solidFill>
                <a:effectLst/>
                <a:highlight>
                  <a:srgbClr val="1F1F1F"/>
                </a:highlight>
                <a:latin typeface="Consolas" panose="020B0609020204030204" pitchFamily="49" charset="0"/>
              </a:rPr>
              <a:t>    </a:t>
            </a:r>
            <a:r>
              <a:rPr lang="en-AU" sz="1600" b="0" dirty="0">
                <a:solidFill>
                  <a:srgbClr val="9CDCFE"/>
                </a:solidFill>
                <a:effectLst/>
                <a:highlight>
                  <a:srgbClr val="1F1F1F"/>
                </a:highlight>
                <a:latin typeface="Consolas" panose="020B0609020204030204" pitchFamily="49" charset="0"/>
              </a:rPr>
              <a:t>mock_game_instance</a:t>
            </a:r>
            <a:r>
              <a:rPr lang="en-AU" sz="1600" b="0" dirty="0">
                <a:solidFill>
                  <a:srgbClr val="CCCCCC"/>
                </a:solidFill>
                <a:effectLst/>
                <a:highlight>
                  <a:srgbClr val="1F1F1F"/>
                </a:highlight>
                <a:latin typeface="Consolas" panose="020B0609020204030204" pitchFamily="49" charset="0"/>
              </a:rPr>
              <a:t>.player1 </a:t>
            </a:r>
            <a:r>
              <a:rPr lang="en-AU" sz="1600" b="0" dirty="0">
                <a:solidFill>
                  <a:srgbClr val="D4D4D4"/>
                </a:solidFill>
                <a:effectLst/>
                <a:highlight>
                  <a:srgbClr val="1F1F1F"/>
                </a:highlight>
                <a:latin typeface="Consolas" panose="020B0609020204030204" pitchFamily="49" charset="0"/>
              </a:rPr>
              <a:t>=</a:t>
            </a:r>
            <a:r>
              <a:rPr lang="en-AU" sz="1600" b="0" dirty="0">
                <a:solidFill>
                  <a:srgbClr val="CCCCCC"/>
                </a:solidFill>
                <a:effectLst/>
                <a:highlight>
                  <a:srgbClr val="1F1F1F"/>
                </a:highlight>
                <a:latin typeface="Consolas" panose="020B0609020204030204" pitchFamily="49" charset="0"/>
              </a:rPr>
              <a:t> </a:t>
            </a:r>
            <a:r>
              <a:rPr lang="en-AU" sz="1600" b="0" dirty="0">
                <a:solidFill>
                  <a:srgbClr val="CE9178"/>
                </a:solidFill>
                <a:effectLst/>
                <a:highlight>
                  <a:srgbClr val="1F1F1F"/>
                </a:highlight>
                <a:latin typeface="Consolas" panose="020B0609020204030204" pitchFamily="49" charset="0"/>
              </a:rPr>
              <a:t>'Alice'</a:t>
            </a:r>
            <a:endParaRPr lang="en-AU" sz="1600" b="0" dirty="0">
              <a:solidFill>
                <a:srgbClr val="CCCCCC"/>
              </a:solidFill>
              <a:effectLst/>
              <a:highlight>
                <a:srgbClr val="1F1F1F"/>
              </a:highlight>
              <a:latin typeface="Consolas" panose="020B0609020204030204" pitchFamily="49" charset="0"/>
            </a:endParaRPr>
          </a:p>
          <a:p>
            <a:pPr marL="0" indent="0">
              <a:buNone/>
            </a:pPr>
            <a:r>
              <a:rPr lang="en-AU" sz="1600" b="0" dirty="0">
                <a:solidFill>
                  <a:srgbClr val="CCCCCC"/>
                </a:solidFill>
                <a:effectLst/>
                <a:highlight>
                  <a:srgbClr val="1F1F1F"/>
                </a:highlight>
                <a:latin typeface="Consolas" panose="020B0609020204030204" pitchFamily="49" charset="0"/>
              </a:rPr>
              <a:t>    </a:t>
            </a:r>
            <a:r>
              <a:rPr lang="en-AU" sz="1600" b="0" dirty="0">
                <a:solidFill>
                  <a:srgbClr val="9CDCFE"/>
                </a:solidFill>
                <a:effectLst/>
                <a:highlight>
                  <a:srgbClr val="1F1F1F"/>
                </a:highlight>
                <a:latin typeface="Consolas" panose="020B0609020204030204" pitchFamily="49" charset="0"/>
              </a:rPr>
              <a:t>mock_game_instance</a:t>
            </a:r>
            <a:r>
              <a:rPr lang="en-AU" sz="1600" b="0" dirty="0">
                <a:solidFill>
                  <a:srgbClr val="CCCCCC"/>
                </a:solidFill>
                <a:effectLst/>
                <a:highlight>
                  <a:srgbClr val="1F1F1F"/>
                </a:highlight>
                <a:latin typeface="Consolas" panose="020B0609020204030204" pitchFamily="49" charset="0"/>
              </a:rPr>
              <a:t>.player2 </a:t>
            </a:r>
            <a:r>
              <a:rPr lang="en-AU" sz="1600" b="0" dirty="0">
                <a:solidFill>
                  <a:srgbClr val="D4D4D4"/>
                </a:solidFill>
                <a:effectLst/>
                <a:highlight>
                  <a:srgbClr val="1F1F1F"/>
                </a:highlight>
                <a:latin typeface="Consolas" panose="020B0609020204030204" pitchFamily="49" charset="0"/>
              </a:rPr>
              <a:t>=</a:t>
            </a:r>
            <a:r>
              <a:rPr lang="en-AU" sz="1600" b="0" dirty="0">
                <a:solidFill>
                  <a:srgbClr val="CCCCCC"/>
                </a:solidFill>
                <a:effectLst/>
                <a:highlight>
                  <a:srgbClr val="1F1F1F"/>
                </a:highlight>
                <a:latin typeface="Consolas" panose="020B0609020204030204" pitchFamily="49" charset="0"/>
              </a:rPr>
              <a:t> </a:t>
            </a:r>
            <a:r>
              <a:rPr lang="en-AU" sz="1600" b="0" dirty="0">
                <a:solidFill>
                  <a:srgbClr val="CE9178"/>
                </a:solidFill>
                <a:effectLst/>
                <a:highlight>
                  <a:srgbClr val="1F1F1F"/>
                </a:highlight>
                <a:latin typeface="Consolas" panose="020B0609020204030204" pitchFamily="49" charset="0"/>
              </a:rPr>
              <a:t>'Bob'</a:t>
            </a:r>
            <a:endParaRPr lang="en-AU" sz="1600" b="0" dirty="0">
              <a:solidFill>
                <a:srgbClr val="CCCCCC"/>
              </a:solidFill>
              <a:effectLst/>
              <a:highlight>
                <a:srgbClr val="1F1F1F"/>
              </a:highlight>
              <a:latin typeface="Consolas" panose="020B0609020204030204" pitchFamily="49" charset="0"/>
            </a:endParaRPr>
          </a:p>
          <a:p>
            <a:pPr marL="0" indent="0">
              <a:buNone/>
            </a:pPr>
            <a:r>
              <a:rPr lang="en-AU" sz="1600" b="0" dirty="0">
                <a:solidFill>
                  <a:srgbClr val="CCCCCC"/>
                </a:solidFill>
                <a:effectLst/>
                <a:highlight>
                  <a:srgbClr val="1F1F1F"/>
                </a:highlight>
                <a:latin typeface="Consolas" panose="020B0609020204030204" pitchFamily="49" charset="0"/>
              </a:rPr>
              <a:t>    </a:t>
            </a:r>
            <a:r>
              <a:rPr lang="en-AU" sz="1600" b="0" dirty="0" err="1">
                <a:solidFill>
                  <a:srgbClr val="9CDCFE"/>
                </a:solidFill>
                <a:effectLst/>
                <a:highlight>
                  <a:srgbClr val="1F1F1F"/>
                </a:highlight>
                <a:latin typeface="Consolas" panose="020B0609020204030204" pitchFamily="49" charset="0"/>
              </a:rPr>
              <a:t>mock_game_instance</a:t>
            </a:r>
            <a:r>
              <a:rPr lang="en-AU" sz="1600" b="0" dirty="0" err="1">
                <a:solidFill>
                  <a:srgbClr val="CCCCCC"/>
                </a:solidFill>
                <a:effectLst/>
                <a:highlight>
                  <a:srgbClr val="1F1F1F"/>
                </a:highlight>
                <a:latin typeface="Consolas" panose="020B0609020204030204" pitchFamily="49" charset="0"/>
              </a:rPr>
              <a:t>.board</a:t>
            </a:r>
            <a:r>
              <a:rPr lang="en-AU" sz="1600" b="0" dirty="0">
                <a:solidFill>
                  <a:srgbClr val="CCCCCC"/>
                </a:solidFill>
                <a:effectLst/>
                <a:highlight>
                  <a:srgbClr val="1F1F1F"/>
                </a:highlight>
                <a:latin typeface="Consolas" panose="020B0609020204030204" pitchFamily="49" charset="0"/>
              </a:rPr>
              <a:t> </a:t>
            </a:r>
            <a:r>
              <a:rPr lang="en-AU" sz="1600" b="0" dirty="0">
                <a:solidFill>
                  <a:srgbClr val="D4D4D4"/>
                </a:solidFill>
                <a:effectLst/>
                <a:highlight>
                  <a:srgbClr val="1F1F1F"/>
                </a:highlight>
                <a:latin typeface="Consolas" panose="020B0609020204030204" pitchFamily="49" charset="0"/>
              </a:rPr>
              <a:t>=</a:t>
            </a:r>
            <a:r>
              <a:rPr lang="en-AU" sz="1600" b="0" dirty="0">
                <a:solidFill>
                  <a:srgbClr val="CCCCCC"/>
                </a:solidFill>
                <a:effectLst/>
                <a:highlight>
                  <a:srgbClr val="1F1F1F"/>
                </a:highlight>
                <a:latin typeface="Consolas" panose="020B0609020204030204" pitchFamily="49" charset="0"/>
              </a:rPr>
              <a:t> </a:t>
            </a:r>
          </a:p>
          <a:p>
            <a:pPr marL="0" indent="0">
              <a:buNone/>
            </a:pPr>
            <a:r>
              <a:rPr lang="en-AU" sz="1600" dirty="0">
                <a:solidFill>
                  <a:srgbClr val="CCCCCC"/>
                </a:solidFill>
                <a:highlight>
                  <a:srgbClr val="1F1F1F"/>
                </a:highlight>
                <a:latin typeface="Consolas" panose="020B0609020204030204" pitchFamily="49" charset="0"/>
              </a:rPr>
              <a:t>		</a:t>
            </a:r>
            <a:r>
              <a:rPr lang="en-AU" sz="1600" b="0" dirty="0">
                <a:solidFill>
                  <a:srgbClr val="CCCCCC"/>
                </a:solidFill>
                <a:effectLst/>
                <a:highlight>
                  <a:srgbClr val="1F1F1F"/>
                </a:highlight>
                <a:latin typeface="Consolas" panose="020B0609020204030204" pitchFamily="49" charset="0"/>
              </a:rPr>
              <a:t>[[</a:t>
            </a:r>
            <a:r>
              <a:rPr lang="en-AU" sz="1600" b="0" dirty="0">
                <a:solidFill>
                  <a:srgbClr val="CE9178"/>
                </a:solidFill>
                <a:effectLst/>
                <a:highlight>
                  <a:srgbClr val="1F1F1F"/>
                </a:highlight>
                <a:latin typeface="Consolas" panose="020B0609020204030204" pitchFamily="49" charset="0"/>
              </a:rPr>
              <a:t>""</a:t>
            </a:r>
            <a:r>
              <a:rPr lang="en-AU" sz="1600" b="0" dirty="0">
                <a:solidFill>
                  <a:srgbClr val="CCCCCC"/>
                </a:solidFill>
                <a:effectLst/>
                <a:highlight>
                  <a:srgbClr val="1F1F1F"/>
                </a:highlight>
                <a:latin typeface="Consolas" panose="020B0609020204030204" pitchFamily="49" charset="0"/>
              </a:rPr>
              <a:t> </a:t>
            </a:r>
            <a:r>
              <a:rPr lang="en-AU" sz="1600" b="0" dirty="0">
                <a:solidFill>
                  <a:srgbClr val="C586C0"/>
                </a:solidFill>
                <a:effectLst/>
                <a:highlight>
                  <a:srgbClr val="1F1F1F"/>
                </a:highlight>
                <a:latin typeface="Consolas" panose="020B0609020204030204" pitchFamily="49" charset="0"/>
              </a:rPr>
              <a:t>for</a:t>
            </a:r>
            <a:r>
              <a:rPr lang="en-AU" sz="1600" b="0" dirty="0">
                <a:solidFill>
                  <a:srgbClr val="CCCCCC"/>
                </a:solidFill>
                <a:effectLst/>
                <a:highlight>
                  <a:srgbClr val="1F1F1F"/>
                </a:highlight>
                <a:latin typeface="Consolas" panose="020B0609020204030204" pitchFamily="49" charset="0"/>
              </a:rPr>
              <a:t> </a:t>
            </a:r>
            <a:r>
              <a:rPr lang="en-AU" sz="1600" b="0" dirty="0">
                <a:solidFill>
                  <a:srgbClr val="9CDCFE"/>
                </a:solidFill>
                <a:effectLst/>
                <a:highlight>
                  <a:srgbClr val="1F1F1F"/>
                </a:highlight>
                <a:latin typeface="Consolas" panose="020B0609020204030204" pitchFamily="49" charset="0"/>
              </a:rPr>
              <a:t>_</a:t>
            </a:r>
            <a:r>
              <a:rPr lang="en-AU" sz="1600" b="0" dirty="0">
                <a:solidFill>
                  <a:srgbClr val="CCCCCC"/>
                </a:solidFill>
                <a:effectLst/>
                <a:highlight>
                  <a:srgbClr val="1F1F1F"/>
                </a:highlight>
                <a:latin typeface="Consolas" panose="020B0609020204030204" pitchFamily="49" charset="0"/>
              </a:rPr>
              <a:t> </a:t>
            </a:r>
            <a:r>
              <a:rPr lang="en-AU" sz="1600" b="0" dirty="0">
                <a:solidFill>
                  <a:srgbClr val="C586C0"/>
                </a:solidFill>
                <a:effectLst/>
                <a:highlight>
                  <a:srgbClr val="1F1F1F"/>
                </a:highlight>
                <a:latin typeface="Consolas" panose="020B0609020204030204" pitchFamily="49" charset="0"/>
              </a:rPr>
              <a:t>in</a:t>
            </a:r>
            <a:r>
              <a:rPr lang="en-AU" sz="1600" b="0" dirty="0">
                <a:solidFill>
                  <a:srgbClr val="CCCCCC"/>
                </a:solidFill>
                <a:effectLst/>
                <a:highlight>
                  <a:srgbClr val="1F1F1F"/>
                </a:highlight>
                <a:latin typeface="Consolas" panose="020B0609020204030204" pitchFamily="49" charset="0"/>
              </a:rPr>
              <a:t> </a:t>
            </a:r>
            <a:r>
              <a:rPr lang="en-AU" sz="1600" b="0" dirty="0">
                <a:solidFill>
                  <a:srgbClr val="4EC9B0"/>
                </a:solidFill>
                <a:effectLst/>
                <a:highlight>
                  <a:srgbClr val="1F1F1F"/>
                </a:highlight>
                <a:latin typeface="Consolas" panose="020B0609020204030204" pitchFamily="49" charset="0"/>
              </a:rPr>
              <a:t>range</a:t>
            </a:r>
            <a:r>
              <a:rPr lang="en-AU" sz="1600" b="0" dirty="0">
                <a:solidFill>
                  <a:srgbClr val="CCCCCC"/>
                </a:solidFill>
                <a:effectLst/>
                <a:highlight>
                  <a:srgbClr val="1F1F1F"/>
                </a:highlight>
                <a:latin typeface="Consolas" panose="020B0609020204030204" pitchFamily="49" charset="0"/>
              </a:rPr>
              <a:t>(</a:t>
            </a:r>
            <a:r>
              <a:rPr lang="en-AU" sz="1600" b="0" dirty="0">
                <a:solidFill>
                  <a:srgbClr val="B5CEA8"/>
                </a:solidFill>
                <a:effectLst/>
                <a:highlight>
                  <a:srgbClr val="1F1F1F"/>
                </a:highlight>
                <a:latin typeface="Consolas" panose="020B0609020204030204" pitchFamily="49" charset="0"/>
              </a:rPr>
              <a:t>3</a:t>
            </a:r>
            <a:r>
              <a:rPr lang="en-AU" sz="1600" b="0" dirty="0">
                <a:solidFill>
                  <a:srgbClr val="CCCCCC"/>
                </a:solidFill>
                <a:effectLst/>
                <a:highlight>
                  <a:srgbClr val="1F1F1F"/>
                </a:highlight>
                <a:latin typeface="Consolas" panose="020B0609020204030204" pitchFamily="49" charset="0"/>
              </a:rPr>
              <a:t>)] </a:t>
            </a:r>
            <a:r>
              <a:rPr lang="en-AU" sz="1600" b="0" dirty="0">
                <a:solidFill>
                  <a:srgbClr val="C586C0"/>
                </a:solidFill>
                <a:effectLst/>
                <a:highlight>
                  <a:srgbClr val="1F1F1F"/>
                </a:highlight>
                <a:latin typeface="Consolas" panose="020B0609020204030204" pitchFamily="49" charset="0"/>
              </a:rPr>
              <a:t>for</a:t>
            </a:r>
            <a:r>
              <a:rPr lang="en-AU" sz="1600" b="0" dirty="0">
                <a:solidFill>
                  <a:srgbClr val="CCCCCC"/>
                </a:solidFill>
                <a:effectLst/>
                <a:highlight>
                  <a:srgbClr val="1F1F1F"/>
                </a:highlight>
                <a:latin typeface="Consolas" panose="020B0609020204030204" pitchFamily="49" charset="0"/>
              </a:rPr>
              <a:t> </a:t>
            </a:r>
            <a:r>
              <a:rPr lang="en-AU" sz="1600" b="0" dirty="0">
                <a:solidFill>
                  <a:srgbClr val="9CDCFE"/>
                </a:solidFill>
                <a:effectLst/>
                <a:highlight>
                  <a:srgbClr val="1F1F1F"/>
                </a:highlight>
                <a:latin typeface="Consolas" panose="020B0609020204030204" pitchFamily="49" charset="0"/>
              </a:rPr>
              <a:t>_</a:t>
            </a:r>
            <a:r>
              <a:rPr lang="en-AU" sz="1600" b="0" dirty="0">
                <a:solidFill>
                  <a:srgbClr val="CCCCCC"/>
                </a:solidFill>
                <a:effectLst/>
                <a:highlight>
                  <a:srgbClr val="1F1F1F"/>
                </a:highlight>
                <a:latin typeface="Consolas" panose="020B0609020204030204" pitchFamily="49" charset="0"/>
              </a:rPr>
              <a:t> </a:t>
            </a:r>
            <a:r>
              <a:rPr lang="en-AU" sz="1600" b="0" dirty="0">
                <a:solidFill>
                  <a:srgbClr val="C586C0"/>
                </a:solidFill>
                <a:effectLst/>
                <a:highlight>
                  <a:srgbClr val="1F1F1F"/>
                </a:highlight>
                <a:latin typeface="Consolas" panose="020B0609020204030204" pitchFamily="49" charset="0"/>
              </a:rPr>
              <a:t>in</a:t>
            </a:r>
            <a:r>
              <a:rPr lang="en-AU" sz="1600" b="0" dirty="0">
                <a:solidFill>
                  <a:srgbClr val="CCCCCC"/>
                </a:solidFill>
                <a:effectLst/>
                <a:highlight>
                  <a:srgbClr val="1F1F1F"/>
                </a:highlight>
                <a:latin typeface="Consolas" panose="020B0609020204030204" pitchFamily="49" charset="0"/>
              </a:rPr>
              <a:t> </a:t>
            </a:r>
            <a:r>
              <a:rPr lang="en-AU" sz="1600" b="0" dirty="0">
                <a:solidFill>
                  <a:srgbClr val="4EC9B0"/>
                </a:solidFill>
                <a:effectLst/>
                <a:highlight>
                  <a:srgbClr val="1F1F1F"/>
                </a:highlight>
                <a:latin typeface="Consolas" panose="020B0609020204030204" pitchFamily="49" charset="0"/>
              </a:rPr>
              <a:t>range</a:t>
            </a:r>
            <a:r>
              <a:rPr lang="en-AU" sz="1600" b="0" dirty="0">
                <a:solidFill>
                  <a:srgbClr val="CCCCCC"/>
                </a:solidFill>
                <a:effectLst/>
                <a:highlight>
                  <a:srgbClr val="1F1F1F"/>
                </a:highlight>
                <a:latin typeface="Consolas" panose="020B0609020204030204" pitchFamily="49" charset="0"/>
              </a:rPr>
              <a:t>(</a:t>
            </a:r>
            <a:r>
              <a:rPr lang="en-AU" sz="1600" b="0" dirty="0">
                <a:solidFill>
                  <a:srgbClr val="B5CEA8"/>
                </a:solidFill>
                <a:effectLst/>
                <a:highlight>
                  <a:srgbClr val="1F1F1F"/>
                </a:highlight>
                <a:latin typeface="Consolas" panose="020B0609020204030204" pitchFamily="49" charset="0"/>
              </a:rPr>
              <a:t>3</a:t>
            </a:r>
            <a:r>
              <a:rPr lang="en-AU" sz="1600" b="0" dirty="0">
                <a:solidFill>
                  <a:srgbClr val="CCCCCC"/>
                </a:solidFill>
                <a:effectLst/>
                <a:highlight>
                  <a:srgbClr val="1F1F1F"/>
                </a:highlight>
                <a:latin typeface="Consolas" panose="020B0609020204030204" pitchFamily="49" charset="0"/>
              </a:rPr>
              <a:t>)]</a:t>
            </a:r>
          </a:p>
          <a:p>
            <a:pPr marL="0" indent="0">
              <a:buNone/>
            </a:pPr>
            <a:r>
              <a:rPr lang="en-AU" sz="1600" b="0" dirty="0">
                <a:solidFill>
                  <a:srgbClr val="CCCCCC"/>
                </a:solidFill>
                <a:effectLst/>
                <a:highlight>
                  <a:srgbClr val="1F1F1F"/>
                </a:highlight>
                <a:latin typeface="Consolas" panose="020B0609020204030204" pitchFamily="49" charset="0"/>
              </a:rPr>
              <a:t>    </a:t>
            </a:r>
            <a:r>
              <a:rPr lang="en-AU" sz="1600" b="0" dirty="0" err="1">
                <a:solidFill>
                  <a:srgbClr val="9CDCFE"/>
                </a:solidFill>
                <a:effectLst/>
                <a:highlight>
                  <a:srgbClr val="1F1F1F"/>
                </a:highlight>
                <a:latin typeface="Consolas" panose="020B0609020204030204" pitchFamily="49" charset="0"/>
              </a:rPr>
              <a:t>mock_game_instance</a:t>
            </a:r>
            <a:r>
              <a:rPr lang="en-AU" sz="1600" b="0" dirty="0" err="1">
                <a:solidFill>
                  <a:srgbClr val="CCCCCC"/>
                </a:solidFill>
                <a:effectLst/>
                <a:highlight>
                  <a:srgbClr val="1F1F1F"/>
                </a:highlight>
                <a:latin typeface="Consolas" panose="020B0609020204030204" pitchFamily="49" charset="0"/>
              </a:rPr>
              <a:t>.current_turn</a:t>
            </a:r>
            <a:r>
              <a:rPr lang="en-AU" sz="1600" b="0" dirty="0">
                <a:solidFill>
                  <a:srgbClr val="CCCCCC"/>
                </a:solidFill>
                <a:effectLst/>
                <a:highlight>
                  <a:srgbClr val="1F1F1F"/>
                </a:highlight>
                <a:latin typeface="Consolas" panose="020B0609020204030204" pitchFamily="49" charset="0"/>
              </a:rPr>
              <a:t> </a:t>
            </a:r>
            <a:r>
              <a:rPr lang="en-AU" sz="1600" b="0" dirty="0">
                <a:solidFill>
                  <a:srgbClr val="D4D4D4"/>
                </a:solidFill>
                <a:effectLst/>
                <a:highlight>
                  <a:srgbClr val="1F1F1F"/>
                </a:highlight>
                <a:latin typeface="Consolas" panose="020B0609020204030204" pitchFamily="49" charset="0"/>
              </a:rPr>
              <a:t>=</a:t>
            </a:r>
            <a:r>
              <a:rPr lang="en-AU" sz="1600" b="0" dirty="0">
                <a:solidFill>
                  <a:srgbClr val="CCCCCC"/>
                </a:solidFill>
                <a:effectLst/>
                <a:highlight>
                  <a:srgbClr val="1F1F1F"/>
                </a:highlight>
                <a:latin typeface="Consolas" panose="020B0609020204030204" pitchFamily="49" charset="0"/>
              </a:rPr>
              <a:t> </a:t>
            </a:r>
            <a:r>
              <a:rPr lang="en-AU" sz="1600" b="0" dirty="0">
                <a:solidFill>
                  <a:srgbClr val="CE9178"/>
                </a:solidFill>
                <a:effectLst/>
                <a:highlight>
                  <a:srgbClr val="1F1F1F"/>
                </a:highlight>
                <a:latin typeface="Consolas" panose="020B0609020204030204" pitchFamily="49" charset="0"/>
              </a:rPr>
              <a:t>'Alice'</a:t>
            </a:r>
            <a:endParaRPr lang="en-AU" sz="1600" b="0" dirty="0">
              <a:solidFill>
                <a:srgbClr val="CCCCCC"/>
              </a:solidFill>
              <a:effectLst/>
              <a:highlight>
                <a:srgbClr val="1F1F1F"/>
              </a:highlight>
              <a:latin typeface="Consolas" panose="020B0609020204030204" pitchFamily="49" charset="0"/>
            </a:endParaRPr>
          </a:p>
        </p:txBody>
      </p:sp>
      <p:sp>
        <p:nvSpPr>
          <p:cNvPr id="5" name="TextBox 4">
            <a:extLst>
              <a:ext uri="{FF2B5EF4-FFF2-40B4-BE49-F238E27FC236}">
                <a16:creationId xmlns:a16="http://schemas.microsoft.com/office/drawing/2014/main" id="{3342FA9D-8646-A519-B0CD-8AC437F1576D}"/>
              </a:ext>
            </a:extLst>
          </p:cNvPr>
          <p:cNvSpPr txBox="1"/>
          <p:nvPr/>
        </p:nvSpPr>
        <p:spPr>
          <a:xfrm>
            <a:off x="6523387" y="1923576"/>
            <a:ext cx="5544767" cy="2308324"/>
          </a:xfrm>
          <a:prstGeom prst="rect">
            <a:avLst/>
          </a:prstGeom>
          <a:noFill/>
        </p:spPr>
        <p:txBody>
          <a:bodyPr wrap="square">
            <a:spAutoFit/>
          </a:bodyPr>
          <a:lstStyle/>
          <a:p>
            <a:r>
              <a:rPr lang="en-AU" sz="1600" b="0" dirty="0">
                <a:solidFill>
                  <a:schemeClr val="accent3">
                    <a:lumMod val="75000"/>
                  </a:schemeClr>
                </a:solidFill>
                <a:effectLst/>
                <a:highlight>
                  <a:srgbClr val="1F1F1F"/>
                </a:highlight>
                <a:latin typeface="Consolas" panose="020B0609020204030204" pitchFamily="49" charset="0"/>
              </a:rPr>
              <a:t>## Patching an input</a:t>
            </a:r>
          </a:p>
          <a:p>
            <a:r>
              <a:rPr lang="en-AU" sz="1600" b="0" dirty="0">
                <a:solidFill>
                  <a:srgbClr val="DCDCAA"/>
                </a:solidFill>
                <a:effectLst/>
                <a:highlight>
                  <a:srgbClr val="1F1F1F"/>
                </a:highlight>
                <a:latin typeface="Consolas" panose="020B0609020204030204" pitchFamily="49" charset="0"/>
              </a:rPr>
              <a:t>@</a:t>
            </a:r>
            <a:r>
              <a:rPr lang="en-AU" sz="1600" b="0" dirty="0">
                <a:solidFill>
                  <a:srgbClr val="9CDCFE"/>
                </a:solidFill>
                <a:effectLst/>
                <a:highlight>
                  <a:srgbClr val="1F1F1F"/>
                </a:highlight>
                <a:latin typeface="Consolas" panose="020B0609020204030204" pitchFamily="49" charset="0"/>
              </a:rPr>
              <a:t>patch</a:t>
            </a:r>
            <a:r>
              <a:rPr lang="en-AU" sz="1600" b="0" dirty="0">
                <a:solidFill>
                  <a:srgbClr val="CCCCCC"/>
                </a:solidFill>
                <a:effectLst/>
                <a:highlight>
                  <a:srgbClr val="1F1F1F"/>
                </a:highlight>
                <a:latin typeface="Consolas" panose="020B0609020204030204" pitchFamily="49" charset="0"/>
              </a:rPr>
              <a:t>(</a:t>
            </a:r>
            <a:r>
              <a:rPr lang="en-AU" sz="1600" b="0" dirty="0">
                <a:solidFill>
                  <a:srgbClr val="CE9178"/>
                </a:solidFill>
                <a:effectLst/>
                <a:highlight>
                  <a:srgbClr val="1F1F1F"/>
                </a:highlight>
                <a:latin typeface="Consolas" panose="020B0609020204030204" pitchFamily="49" charset="0"/>
              </a:rPr>
              <a:t>'builtins.input'</a:t>
            </a:r>
            <a:r>
              <a:rPr lang="en-AU" sz="1600" b="0" dirty="0">
                <a:solidFill>
                  <a:srgbClr val="CCCCCC"/>
                </a:solidFill>
                <a:effectLst/>
                <a:highlight>
                  <a:srgbClr val="1F1F1F"/>
                </a:highlight>
                <a:latin typeface="Consolas" panose="020B0609020204030204" pitchFamily="49" charset="0"/>
              </a:rPr>
              <a:t>, </a:t>
            </a:r>
            <a:r>
              <a:rPr lang="en-AU" sz="1600" b="0" dirty="0" err="1">
                <a:solidFill>
                  <a:srgbClr val="9CDCFE"/>
                </a:solidFill>
                <a:effectLst/>
                <a:highlight>
                  <a:srgbClr val="1F1F1F"/>
                </a:highlight>
                <a:latin typeface="Consolas" panose="020B0609020204030204" pitchFamily="49" charset="0"/>
              </a:rPr>
              <a:t>return_value</a:t>
            </a:r>
            <a:r>
              <a:rPr lang="en-AU" sz="1600" b="0" dirty="0">
                <a:solidFill>
                  <a:srgbClr val="D4D4D4"/>
                </a:solidFill>
                <a:effectLst/>
                <a:highlight>
                  <a:srgbClr val="1F1F1F"/>
                </a:highlight>
                <a:latin typeface="Consolas" panose="020B0609020204030204" pitchFamily="49" charset="0"/>
              </a:rPr>
              <a:t>=</a:t>
            </a:r>
            <a:r>
              <a:rPr lang="en-AU" sz="1600" b="0" dirty="0">
                <a:solidFill>
                  <a:srgbClr val="CE9178"/>
                </a:solidFill>
                <a:effectLst/>
                <a:highlight>
                  <a:srgbClr val="1F1F1F"/>
                </a:highlight>
                <a:latin typeface="Consolas" panose="020B0609020204030204" pitchFamily="49" charset="0"/>
              </a:rPr>
              <a:t>'Alice'</a:t>
            </a:r>
            <a:r>
              <a:rPr lang="en-AU" sz="1600" b="0" dirty="0">
                <a:solidFill>
                  <a:srgbClr val="CCCCCC"/>
                </a:solidFill>
                <a:effectLst/>
                <a:highlight>
                  <a:srgbClr val="1F1F1F"/>
                </a:highlight>
                <a:latin typeface="Consolas" panose="020B0609020204030204" pitchFamily="49" charset="0"/>
              </a:rPr>
              <a:t>)</a:t>
            </a:r>
          </a:p>
          <a:p>
            <a:r>
              <a:rPr lang="en-AU" sz="1600" b="0" dirty="0">
                <a:solidFill>
                  <a:srgbClr val="CCCCCC"/>
                </a:solidFill>
                <a:effectLst/>
                <a:highlight>
                  <a:srgbClr val="1F1F1F"/>
                </a:highlight>
                <a:latin typeface="Consolas" panose="020B0609020204030204" pitchFamily="49" charset="0"/>
              </a:rPr>
              <a:t>   </a:t>
            </a:r>
            <a:r>
              <a:rPr lang="en-AU" sz="1600" b="0" dirty="0">
                <a:solidFill>
                  <a:srgbClr val="569CD6"/>
                </a:solidFill>
                <a:effectLst/>
                <a:highlight>
                  <a:srgbClr val="1F1F1F"/>
                </a:highlight>
                <a:latin typeface="Consolas" panose="020B0609020204030204" pitchFamily="49" charset="0"/>
              </a:rPr>
              <a:t>def</a:t>
            </a:r>
            <a:r>
              <a:rPr lang="en-AU" sz="1600" b="0" dirty="0">
                <a:solidFill>
                  <a:srgbClr val="CCCCCC"/>
                </a:solidFill>
                <a:effectLst/>
                <a:highlight>
                  <a:srgbClr val="1F1F1F"/>
                </a:highlight>
                <a:latin typeface="Consolas" panose="020B0609020204030204" pitchFamily="49" charset="0"/>
              </a:rPr>
              <a:t> </a:t>
            </a:r>
            <a:r>
              <a:rPr lang="en-AU" sz="1600" b="0" dirty="0" err="1">
                <a:solidFill>
                  <a:srgbClr val="DCDCAA"/>
                </a:solidFill>
                <a:effectLst/>
                <a:highlight>
                  <a:srgbClr val="1F1F1F"/>
                </a:highlight>
                <a:latin typeface="Consolas" panose="020B0609020204030204" pitchFamily="49" charset="0"/>
              </a:rPr>
              <a:t>test_greet_user</a:t>
            </a:r>
            <a:r>
              <a:rPr lang="en-AU" sz="1600" b="0" dirty="0">
                <a:solidFill>
                  <a:srgbClr val="CCCCCC"/>
                </a:solidFill>
                <a:effectLst/>
                <a:highlight>
                  <a:srgbClr val="1F1F1F"/>
                </a:highlight>
                <a:latin typeface="Consolas" panose="020B0609020204030204" pitchFamily="49" charset="0"/>
              </a:rPr>
              <a:t>(</a:t>
            </a:r>
            <a:r>
              <a:rPr lang="en-AU" sz="1600" b="0" dirty="0">
                <a:solidFill>
                  <a:srgbClr val="9CDCFE"/>
                </a:solidFill>
                <a:effectLst/>
                <a:highlight>
                  <a:srgbClr val="1F1F1F"/>
                </a:highlight>
                <a:latin typeface="Consolas" panose="020B0609020204030204" pitchFamily="49" charset="0"/>
              </a:rPr>
              <a:t>self</a:t>
            </a:r>
            <a:r>
              <a:rPr lang="en-AU" sz="1600" b="0" dirty="0">
                <a:solidFill>
                  <a:srgbClr val="CCCCCC"/>
                </a:solidFill>
                <a:effectLst/>
                <a:highlight>
                  <a:srgbClr val="1F1F1F"/>
                </a:highlight>
                <a:latin typeface="Consolas" panose="020B0609020204030204" pitchFamily="49" charset="0"/>
              </a:rPr>
              <a:t>, </a:t>
            </a:r>
            <a:r>
              <a:rPr lang="en-AU" sz="1600" b="0" dirty="0" err="1">
                <a:solidFill>
                  <a:srgbClr val="9CDCFE"/>
                </a:solidFill>
                <a:effectLst/>
                <a:highlight>
                  <a:srgbClr val="1F1F1F"/>
                </a:highlight>
                <a:latin typeface="Consolas" panose="020B0609020204030204" pitchFamily="49" charset="0"/>
              </a:rPr>
              <a:t>mock_input</a:t>
            </a:r>
            <a:r>
              <a:rPr lang="en-AU" sz="1600" b="0" dirty="0">
                <a:solidFill>
                  <a:srgbClr val="CCCCCC"/>
                </a:solidFill>
                <a:effectLst/>
                <a:highlight>
                  <a:srgbClr val="1F1F1F"/>
                </a:highlight>
                <a:latin typeface="Consolas" panose="020B0609020204030204" pitchFamily="49" charset="0"/>
              </a:rPr>
              <a:t>):</a:t>
            </a:r>
          </a:p>
          <a:p>
            <a:r>
              <a:rPr lang="en-AU" sz="1600" b="0" dirty="0">
                <a:solidFill>
                  <a:srgbClr val="CCCCCC"/>
                </a:solidFill>
                <a:effectLst/>
                <a:highlight>
                  <a:srgbClr val="1F1F1F"/>
                </a:highlight>
                <a:latin typeface="Consolas" panose="020B0609020204030204" pitchFamily="49" charset="0"/>
              </a:rPr>
              <a:t>       </a:t>
            </a:r>
            <a:r>
              <a:rPr lang="en-AU" sz="1600" b="0" dirty="0">
                <a:solidFill>
                  <a:srgbClr val="6A9955"/>
                </a:solidFill>
                <a:effectLst/>
                <a:highlight>
                  <a:srgbClr val="1F1F1F"/>
                </a:highlight>
                <a:latin typeface="Consolas" panose="020B0609020204030204" pitchFamily="49" charset="0"/>
              </a:rPr>
              <a:t># Call the function using the input</a:t>
            </a:r>
            <a:endParaRPr lang="en-AU" sz="1600" b="0" dirty="0">
              <a:solidFill>
                <a:srgbClr val="CCCCCC"/>
              </a:solidFill>
              <a:effectLst/>
              <a:highlight>
                <a:srgbClr val="1F1F1F"/>
              </a:highlight>
              <a:latin typeface="Consolas" panose="020B0609020204030204" pitchFamily="49" charset="0"/>
            </a:endParaRPr>
          </a:p>
          <a:p>
            <a:r>
              <a:rPr lang="en-AU" sz="1600" b="0" dirty="0">
                <a:solidFill>
                  <a:srgbClr val="CCCCCC"/>
                </a:solidFill>
                <a:effectLst/>
                <a:highlight>
                  <a:srgbClr val="1F1F1F"/>
                </a:highlight>
                <a:latin typeface="Consolas" panose="020B0609020204030204" pitchFamily="49" charset="0"/>
              </a:rPr>
              <a:t>       </a:t>
            </a:r>
            <a:r>
              <a:rPr lang="en-AU" sz="1600" b="0" dirty="0">
                <a:solidFill>
                  <a:srgbClr val="9CDCFE"/>
                </a:solidFill>
                <a:effectLst/>
                <a:highlight>
                  <a:srgbClr val="1F1F1F"/>
                </a:highlight>
                <a:latin typeface="Consolas" panose="020B0609020204030204" pitchFamily="49" charset="0"/>
              </a:rPr>
              <a:t>result</a:t>
            </a:r>
            <a:r>
              <a:rPr lang="en-AU" sz="1600" b="0" dirty="0">
                <a:solidFill>
                  <a:srgbClr val="CCCCCC"/>
                </a:solidFill>
                <a:effectLst/>
                <a:highlight>
                  <a:srgbClr val="1F1F1F"/>
                </a:highlight>
                <a:latin typeface="Consolas" panose="020B0609020204030204" pitchFamily="49" charset="0"/>
              </a:rPr>
              <a:t> </a:t>
            </a:r>
            <a:r>
              <a:rPr lang="en-AU" sz="1600" b="0" dirty="0">
                <a:solidFill>
                  <a:srgbClr val="D4D4D4"/>
                </a:solidFill>
                <a:effectLst/>
                <a:highlight>
                  <a:srgbClr val="1F1F1F"/>
                </a:highlight>
                <a:latin typeface="Consolas" panose="020B0609020204030204" pitchFamily="49" charset="0"/>
              </a:rPr>
              <a:t>=</a:t>
            </a:r>
            <a:r>
              <a:rPr lang="en-AU" sz="1600" b="0" dirty="0">
                <a:solidFill>
                  <a:srgbClr val="CCCCCC"/>
                </a:solidFill>
                <a:effectLst/>
                <a:highlight>
                  <a:srgbClr val="1F1F1F"/>
                </a:highlight>
                <a:latin typeface="Consolas" panose="020B0609020204030204" pitchFamily="49" charset="0"/>
              </a:rPr>
              <a:t> </a:t>
            </a:r>
            <a:r>
              <a:rPr lang="en-AU" sz="1600" b="0" dirty="0" err="1">
                <a:solidFill>
                  <a:srgbClr val="DCDCAA"/>
                </a:solidFill>
                <a:effectLst/>
                <a:highlight>
                  <a:srgbClr val="1F1F1F"/>
                </a:highlight>
                <a:latin typeface="Consolas" panose="020B0609020204030204" pitchFamily="49" charset="0"/>
              </a:rPr>
              <a:t>greet_user</a:t>
            </a:r>
            <a:r>
              <a:rPr lang="en-AU" sz="1600" b="0" dirty="0">
                <a:solidFill>
                  <a:srgbClr val="CCCCCC"/>
                </a:solidFill>
                <a:effectLst/>
                <a:highlight>
                  <a:srgbClr val="1F1F1F"/>
                </a:highlight>
                <a:latin typeface="Consolas" panose="020B0609020204030204" pitchFamily="49" charset="0"/>
              </a:rPr>
              <a:t>()</a:t>
            </a:r>
          </a:p>
          <a:p>
            <a:br>
              <a:rPr lang="en-AU" sz="1600" b="0" dirty="0">
                <a:solidFill>
                  <a:srgbClr val="CCCCCC"/>
                </a:solidFill>
                <a:effectLst/>
                <a:highlight>
                  <a:srgbClr val="1F1F1F"/>
                </a:highlight>
                <a:latin typeface="Consolas" panose="020B0609020204030204" pitchFamily="49" charset="0"/>
              </a:rPr>
            </a:br>
            <a:r>
              <a:rPr lang="en-AU" sz="1600" b="0" dirty="0">
                <a:solidFill>
                  <a:srgbClr val="CCCCCC"/>
                </a:solidFill>
                <a:effectLst/>
                <a:highlight>
                  <a:srgbClr val="1F1F1F"/>
                </a:highlight>
                <a:latin typeface="Consolas" panose="020B0609020204030204" pitchFamily="49" charset="0"/>
              </a:rPr>
              <a:t>       </a:t>
            </a:r>
            <a:r>
              <a:rPr lang="en-AU" sz="1600" b="0" dirty="0">
                <a:solidFill>
                  <a:srgbClr val="6A9955"/>
                </a:solidFill>
                <a:effectLst/>
                <a:highlight>
                  <a:srgbClr val="1F1F1F"/>
                </a:highlight>
                <a:latin typeface="Consolas" panose="020B0609020204030204" pitchFamily="49" charset="0"/>
              </a:rPr>
              <a:t># Assert that the function returns the 		expected result</a:t>
            </a:r>
            <a:endParaRPr lang="en-AU" sz="1600" b="0" dirty="0">
              <a:solidFill>
                <a:srgbClr val="CCCCCC"/>
              </a:solidFill>
              <a:effectLst/>
              <a:highlight>
                <a:srgbClr val="1F1F1F"/>
              </a:highlight>
              <a:latin typeface="Consolas" panose="020B0609020204030204" pitchFamily="49" charset="0"/>
            </a:endParaRPr>
          </a:p>
          <a:p>
            <a:r>
              <a:rPr lang="en-AU" sz="1600" b="0" dirty="0">
                <a:solidFill>
                  <a:srgbClr val="CCCCCC"/>
                </a:solidFill>
                <a:effectLst/>
                <a:highlight>
                  <a:srgbClr val="1F1F1F"/>
                </a:highlight>
                <a:latin typeface="Consolas" panose="020B0609020204030204" pitchFamily="49" charset="0"/>
              </a:rPr>
              <a:t>       </a:t>
            </a:r>
            <a:r>
              <a:rPr lang="en-AU" sz="1600" b="0" dirty="0" err="1">
                <a:solidFill>
                  <a:srgbClr val="9CDCFE"/>
                </a:solidFill>
                <a:effectLst/>
                <a:highlight>
                  <a:srgbClr val="1F1F1F"/>
                </a:highlight>
                <a:latin typeface="Consolas" panose="020B0609020204030204" pitchFamily="49" charset="0"/>
              </a:rPr>
              <a:t>self</a:t>
            </a:r>
            <a:r>
              <a:rPr lang="en-AU" sz="1600" b="0" dirty="0" err="1">
                <a:solidFill>
                  <a:srgbClr val="CCCCCC"/>
                </a:solidFill>
                <a:effectLst/>
                <a:highlight>
                  <a:srgbClr val="1F1F1F"/>
                </a:highlight>
                <a:latin typeface="Consolas" panose="020B0609020204030204" pitchFamily="49" charset="0"/>
              </a:rPr>
              <a:t>.</a:t>
            </a:r>
            <a:r>
              <a:rPr lang="en-AU" sz="1600" b="0" dirty="0" err="1">
                <a:solidFill>
                  <a:srgbClr val="DCDCAA"/>
                </a:solidFill>
                <a:effectLst/>
                <a:highlight>
                  <a:srgbClr val="1F1F1F"/>
                </a:highlight>
                <a:latin typeface="Consolas" panose="020B0609020204030204" pitchFamily="49" charset="0"/>
              </a:rPr>
              <a:t>assertEqual</a:t>
            </a:r>
            <a:r>
              <a:rPr lang="en-AU" sz="1600" b="0" dirty="0">
                <a:solidFill>
                  <a:srgbClr val="CCCCCC"/>
                </a:solidFill>
                <a:effectLst/>
                <a:highlight>
                  <a:srgbClr val="1F1F1F"/>
                </a:highlight>
                <a:latin typeface="Consolas" panose="020B0609020204030204" pitchFamily="49" charset="0"/>
              </a:rPr>
              <a:t>(</a:t>
            </a:r>
            <a:r>
              <a:rPr lang="en-AU" sz="1600" b="0" dirty="0">
                <a:solidFill>
                  <a:srgbClr val="9CDCFE"/>
                </a:solidFill>
                <a:effectLst/>
                <a:highlight>
                  <a:srgbClr val="1F1F1F"/>
                </a:highlight>
                <a:latin typeface="Consolas" panose="020B0609020204030204" pitchFamily="49" charset="0"/>
              </a:rPr>
              <a:t>result</a:t>
            </a:r>
            <a:r>
              <a:rPr lang="en-AU" sz="1600" b="0" dirty="0">
                <a:solidFill>
                  <a:srgbClr val="CCCCCC"/>
                </a:solidFill>
                <a:effectLst/>
                <a:highlight>
                  <a:srgbClr val="1F1F1F"/>
                </a:highlight>
                <a:latin typeface="Consolas" panose="020B0609020204030204" pitchFamily="49" charset="0"/>
              </a:rPr>
              <a:t>, </a:t>
            </a:r>
            <a:r>
              <a:rPr lang="en-AU" sz="1600" b="0" dirty="0">
                <a:solidFill>
                  <a:srgbClr val="CE9178"/>
                </a:solidFill>
                <a:effectLst/>
                <a:highlight>
                  <a:srgbClr val="1F1F1F"/>
                </a:highlight>
                <a:latin typeface="Consolas" panose="020B0609020204030204" pitchFamily="49" charset="0"/>
              </a:rPr>
              <a:t>"</a:t>
            </a:r>
            <a:r>
              <a:rPr lang="en-AU" sz="1600" b="0" dirty="0" err="1">
                <a:solidFill>
                  <a:srgbClr val="CE9178"/>
                </a:solidFill>
                <a:effectLst/>
                <a:highlight>
                  <a:srgbClr val="1F1F1F"/>
                </a:highlight>
                <a:latin typeface="Consolas" panose="020B0609020204030204" pitchFamily="49" charset="0"/>
              </a:rPr>
              <a:t>Hello,Alice</a:t>
            </a:r>
            <a:r>
              <a:rPr lang="en-AU" sz="1600" b="0" dirty="0">
                <a:solidFill>
                  <a:srgbClr val="CE9178"/>
                </a:solidFill>
                <a:effectLst/>
                <a:highlight>
                  <a:srgbClr val="1F1F1F"/>
                </a:highlight>
                <a:latin typeface="Consolas" panose="020B0609020204030204" pitchFamily="49" charset="0"/>
              </a:rPr>
              <a:t>!"</a:t>
            </a:r>
            <a:r>
              <a:rPr lang="en-AU" sz="1600" b="0" dirty="0">
                <a:solidFill>
                  <a:srgbClr val="CCCCCC"/>
                </a:solidFill>
                <a:effectLst/>
                <a:highlight>
                  <a:srgbClr val="1F1F1F"/>
                </a:highlight>
                <a:latin typeface="Consolas" panose="020B0609020204030204" pitchFamily="49" charset="0"/>
              </a:rPr>
              <a:t>)</a:t>
            </a:r>
          </a:p>
        </p:txBody>
      </p:sp>
      <p:sp>
        <p:nvSpPr>
          <p:cNvPr id="6" name="TextBox 5">
            <a:extLst>
              <a:ext uri="{FF2B5EF4-FFF2-40B4-BE49-F238E27FC236}">
                <a16:creationId xmlns:a16="http://schemas.microsoft.com/office/drawing/2014/main" id="{6870738E-0195-63C7-DE46-4CEAD31D1457}"/>
              </a:ext>
            </a:extLst>
          </p:cNvPr>
          <p:cNvSpPr txBox="1"/>
          <p:nvPr/>
        </p:nvSpPr>
        <p:spPr>
          <a:xfrm>
            <a:off x="3047260" y="5841010"/>
            <a:ext cx="6094520" cy="369332"/>
          </a:xfrm>
          <a:prstGeom prst="rect">
            <a:avLst/>
          </a:prstGeom>
          <a:noFill/>
        </p:spPr>
        <p:txBody>
          <a:bodyPr wrap="square">
            <a:spAutoFit/>
          </a:bodyPr>
          <a:lstStyle/>
          <a:p>
            <a:r>
              <a:rPr lang="en-AU" dirty="0">
                <a:solidFill>
                  <a:schemeClr val="bg1"/>
                </a:solidFill>
              </a:rPr>
              <a:t>https://docs.python.org/3/library/functions.html</a:t>
            </a:r>
          </a:p>
        </p:txBody>
      </p:sp>
    </p:spTree>
    <p:extLst>
      <p:ext uri="{BB962C8B-B14F-4D97-AF65-F5344CB8AC3E}">
        <p14:creationId xmlns:p14="http://schemas.microsoft.com/office/powerpoint/2010/main" val="402725249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84949C-6D35-4B62-8326-33D3F790E549}"/>
              </a:ext>
            </a:extLst>
          </p:cNvPr>
          <p:cNvSpPr>
            <a:spLocks noGrp="1"/>
          </p:cNvSpPr>
          <p:nvPr>
            <p:ph type="title"/>
          </p:nvPr>
        </p:nvSpPr>
        <p:spPr>
          <a:xfrm>
            <a:off x="609600" y="1005730"/>
            <a:ext cx="10972800" cy="1003205"/>
          </a:xfrm>
        </p:spPr>
        <p:txBody>
          <a:bodyPr/>
          <a:lstStyle/>
          <a:p>
            <a:r>
              <a:rPr lang="en-AU" dirty="0" err="1">
                <a:solidFill>
                  <a:schemeClr val="accent1"/>
                </a:solidFill>
              </a:rPr>
              <a:t>unittest</a:t>
            </a:r>
            <a:r>
              <a:rPr lang="en-AU" dirty="0"/>
              <a:t> vs </a:t>
            </a:r>
            <a:r>
              <a:rPr lang="en-AU" dirty="0" err="1">
                <a:solidFill>
                  <a:schemeClr val="accent3"/>
                </a:solidFill>
              </a:rPr>
              <a:t>pytest</a:t>
            </a:r>
            <a:endParaRPr lang="en-AU" dirty="0">
              <a:solidFill>
                <a:schemeClr val="accent3"/>
              </a:solidFill>
            </a:endParaRPr>
          </a:p>
        </p:txBody>
      </p:sp>
      <p:graphicFrame>
        <p:nvGraphicFramePr>
          <p:cNvPr id="4" name="Table 3">
            <a:extLst>
              <a:ext uri="{FF2B5EF4-FFF2-40B4-BE49-F238E27FC236}">
                <a16:creationId xmlns:a16="http://schemas.microsoft.com/office/drawing/2014/main" id="{DE5666B2-6DFF-C96A-0A28-1056F1FFD4C3}"/>
              </a:ext>
            </a:extLst>
          </p:cNvPr>
          <p:cNvGraphicFramePr>
            <a:graphicFrameLocks noGrp="1"/>
          </p:cNvGraphicFramePr>
          <p:nvPr>
            <p:extLst>
              <p:ext uri="{D42A27DB-BD31-4B8C-83A1-F6EECF244321}">
                <p14:modId xmlns:p14="http://schemas.microsoft.com/office/powerpoint/2010/main" val="2701882213"/>
              </p:ext>
            </p:extLst>
          </p:nvPr>
        </p:nvGraphicFramePr>
        <p:xfrm>
          <a:off x="609600" y="2431139"/>
          <a:ext cx="11306782" cy="2743200"/>
        </p:xfrm>
        <a:graphic>
          <a:graphicData uri="http://schemas.openxmlformats.org/drawingml/2006/table">
            <a:tbl>
              <a:tblPr/>
              <a:tblGrid>
                <a:gridCol w="1802860">
                  <a:extLst>
                    <a:ext uri="{9D8B030D-6E8A-4147-A177-3AD203B41FA5}">
                      <a16:colId xmlns:a16="http://schemas.microsoft.com/office/drawing/2014/main" val="729140248"/>
                    </a:ext>
                  </a:extLst>
                </a:gridCol>
                <a:gridCol w="4756009">
                  <a:extLst>
                    <a:ext uri="{9D8B030D-6E8A-4147-A177-3AD203B41FA5}">
                      <a16:colId xmlns:a16="http://schemas.microsoft.com/office/drawing/2014/main" val="2034385290"/>
                    </a:ext>
                  </a:extLst>
                </a:gridCol>
                <a:gridCol w="4747913">
                  <a:extLst>
                    <a:ext uri="{9D8B030D-6E8A-4147-A177-3AD203B41FA5}">
                      <a16:colId xmlns:a16="http://schemas.microsoft.com/office/drawing/2014/main" val="1117028833"/>
                    </a:ext>
                  </a:extLst>
                </a:gridCol>
              </a:tblGrid>
              <a:tr h="0">
                <a:tc>
                  <a:txBody>
                    <a:bodyPr/>
                    <a:lstStyle/>
                    <a:p>
                      <a:pPr algn="ctr"/>
                      <a:endParaRPr lang="en-AU" sz="3600" dirty="0">
                        <a:solidFill>
                          <a:schemeClr val="bg1"/>
                        </a:solidFill>
                      </a:endParaRPr>
                    </a:p>
                  </a:txBody>
                  <a:tcPr anchor="ctr">
                    <a:lnL>
                      <a:noFill/>
                    </a:lnL>
                    <a:lnR>
                      <a:noFill/>
                    </a:lnR>
                    <a:lnT>
                      <a:noFill/>
                    </a:lnT>
                    <a:lnB>
                      <a:noFill/>
                    </a:lnB>
                    <a:noFill/>
                  </a:tcPr>
                </a:tc>
                <a:tc>
                  <a:txBody>
                    <a:bodyPr/>
                    <a:lstStyle/>
                    <a:p>
                      <a:pPr algn="ctr"/>
                      <a:r>
                        <a:rPr lang="en-AU" sz="2800" b="1" dirty="0" err="1">
                          <a:solidFill>
                            <a:srgbClr val="FFC000"/>
                          </a:solidFill>
                        </a:rPr>
                        <a:t>unittest</a:t>
                      </a:r>
                      <a:endParaRPr lang="en-AU" sz="2800" dirty="0">
                        <a:solidFill>
                          <a:srgbClr val="FFC000"/>
                        </a:solidFill>
                      </a:endParaRPr>
                    </a:p>
                  </a:txBody>
                  <a:tcPr anchor="ctr">
                    <a:lnL>
                      <a:noFill/>
                    </a:lnL>
                    <a:lnR>
                      <a:noFill/>
                    </a:lnR>
                    <a:lnT>
                      <a:noFill/>
                    </a:lnT>
                    <a:lnB>
                      <a:noFill/>
                    </a:lnB>
                    <a:noFill/>
                  </a:tcPr>
                </a:tc>
                <a:tc>
                  <a:txBody>
                    <a:bodyPr/>
                    <a:lstStyle/>
                    <a:p>
                      <a:pPr algn="ctr"/>
                      <a:r>
                        <a:rPr lang="en-AU" sz="2800" b="1" dirty="0" err="1">
                          <a:solidFill>
                            <a:srgbClr val="FFC000"/>
                          </a:solidFill>
                        </a:rPr>
                        <a:t>pytest</a:t>
                      </a:r>
                      <a:endParaRPr lang="en-AU" sz="2800" dirty="0">
                        <a:solidFill>
                          <a:srgbClr val="FFC000"/>
                        </a:solidFill>
                      </a:endParaRPr>
                    </a:p>
                  </a:txBody>
                  <a:tcPr anchor="ctr">
                    <a:lnL>
                      <a:noFill/>
                    </a:lnL>
                    <a:lnR>
                      <a:noFill/>
                    </a:lnR>
                    <a:lnT>
                      <a:noFill/>
                    </a:lnT>
                    <a:lnB>
                      <a:noFill/>
                    </a:lnB>
                    <a:noFill/>
                  </a:tcPr>
                </a:tc>
                <a:extLst>
                  <a:ext uri="{0D108BD9-81ED-4DB2-BD59-A6C34878D82A}">
                    <a16:rowId xmlns:a16="http://schemas.microsoft.com/office/drawing/2014/main" val="2638954094"/>
                  </a:ext>
                </a:extLst>
              </a:tr>
              <a:tr h="0">
                <a:tc>
                  <a:txBody>
                    <a:bodyPr/>
                    <a:lstStyle/>
                    <a:p>
                      <a:r>
                        <a:rPr lang="en-AU" sz="2400" b="1" dirty="0">
                          <a:solidFill>
                            <a:schemeClr val="bg1"/>
                          </a:solidFill>
                        </a:rPr>
                        <a:t>Usage</a:t>
                      </a:r>
                    </a:p>
                  </a:txBody>
                  <a:tcPr anchor="ctr">
                    <a:lnL>
                      <a:noFill/>
                    </a:lnL>
                    <a:lnR>
                      <a:noFill/>
                    </a:lnR>
                    <a:lnT>
                      <a:noFill/>
                    </a:lnT>
                    <a:lnB>
                      <a:noFill/>
                    </a:lnB>
                    <a:noFill/>
                  </a:tcPr>
                </a:tc>
                <a:tc>
                  <a:txBody>
                    <a:bodyPr/>
                    <a:lstStyle/>
                    <a:p>
                      <a:r>
                        <a:rPr lang="en-AU" sz="2400" dirty="0">
                          <a:solidFill>
                            <a:schemeClr val="bg1"/>
                          </a:solidFill>
                        </a:rPr>
                        <a:t>Structured and uses classes</a:t>
                      </a:r>
                    </a:p>
                  </a:txBody>
                  <a:tcPr anchor="ctr">
                    <a:lnL>
                      <a:noFill/>
                    </a:lnL>
                    <a:lnR>
                      <a:noFill/>
                    </a:lnR>
                    <a:lnT>
                      <a:noFill/>
                    </a:lnT>
                    <a:lnB>
                      <a:noFill/>
                    </a:lnB>
                    <a:noFill/>
                  </a:tcPr>
                </a:tc>
                <a:tc>
                  <a:txBody>
                    <a:bodyPr/>
                    <a:lstStyle/>
                    <a:p>
                      <a:r>
                        <a:rPr lang="en-AU" sz="2400">
                          <a:solidFill>
                            <a:schemeClr val="bg1"/>
                          </a:solidFill>
                        </a:rPr>
                        <a:t>Simple and Python-friendly.</a:t>
                      </a:r>
                    </a:p>
                  </a:txBody>
                  <a:tcPr anchor="ctr">
                    <a:lnL>
                      <a:noFill/>
                    </a:lnL>
                    <a:lnR>
                      <a:noFill/>
                    </a:lnR>
                    <a:lnT>
                      <a:noFill/>
                    </a:lnT>
                    <a:lnB>
                      <a:noFill/>
                    </a:lnB>
                    <a:noFill/>
                  </a:tcPr>
                </a:tc>
                <a:extLst>
                  <a:ext uri="{0D108BD9-81ED-4DB2-BD59-A6C34878D82A}">
                    <a16:rowId xmlns:a16="http://schemas.microsoft.com/office/drawing/2014/main" val="4083349482"/>
                  </a:ext>
                </a:extLst>
              </a:tr>
              <a:tr h="0">
                <a:tc>
                  <a:txBody>
                    <a:bodyPr/>
                    <a:lstStyle/>
                    <a:p>
                      <a:r>
                        <a:rPr lang="en-AU" sz="2400" b="1" dirty="0">
                          <a:solidFill>
                            <a:schemeClr val="bg1"/>
                          </a:solidFill>
                        </a:rPr>
                        <a:t>Setup</a:t>
                      </a:r>
                      <a:endParaRPr lang="en-AU" sz="2400" dirty="0">
                        <a:solidFill>
                          <a:schemeClr val="bg1"/>
                        </a:solidFill>
                      </a:endParaRPr>
                    </a:p>
                  </a:txBody>
                  <a:tcPr anchor="ctr">
                    <a:lnL>
                      <a:noFill/>
                    </a:lnL>
                    <a:lnR>
                      <a:noFill/>
                    </a:lnR>
                    <a:lnT>
                      <a:noFill/>
                    </a:lnT>
                    <a:lnB>
                      <a:noFill/>
                    </a:lnB>
                    <a:noFill/>
                  </a:tcPr>
                </a:tc>
                <a:tc>
                  <a:txBody>
                    <a:bodyPr/>
                    <a:lstStyle/>
                    <a:p>
                      <a:r>
                        <a:rPr lang="en-AU" sz="2400" dirty="0">
                          <a:solidFill>
                            <a:schemeClr val="bg1"/>
                          </a:solidFill>
                        </a:rPr>
                        <a:t>Needs extra setup e.g. writing classes.</a:t>
                      </a:r>
                    </a:p>
                  </a:txBody>
                  <a:tcPr anchor="ctr">
                    <a:lnL>
                      <a:noFill/>
                    </a:lnL>
                    <a:lnR>
                      <a:noFill/>
                    </a:lnR>
                    <a:lnT>
                      <a:noFill/>
                    </a:lnT>
                    <a:lnB>
                      <a:noFill/>
                    </a:lnB>
                    <a:noFill/>
                  </a:tcPr>
                </a:tc>
                <a:tc>
                  <a:txBody>
                    <a:bodyPr/>
                    <a:lstStyle/>
                    <a:p>
                      <a:r>
                        <a:rPr lang="en-AU" sz="2400" dirty="0">
                          <a:solidFill>
                            <a:schemeClr val="bg1"/>
                          </a:solidFill>
                        </a:rPr>
                        <a:t>Less setup we write our tests as simple functions.</a:t>
                      </a:r>
                    </a:p>
                  </a:txBody>
                  <a:tcPr anchor="ctr">
                    <a:lnL>
                      <a:noFill/>
                    </a:lnL>
                    <a:lnR>
                      <a:noFill/>
                    </a:lnR>
                    <a:lnT>
                      <a:noFill/>
                    </a:lnT>
                    <a:lnB>
                      <a:noFill/>
                    </a:lnB>
                    <a:noFill/>
                  </a:tcPr>
                </a:tc>
                <a:extLst>
                  <a:ext uri="{0D108BD9-81ED-4DB2-BD59-A6C34878D82A}">
                    <a16:rowId xmlns:a16="http://schemas.microsoft.com/office/drawing/2014/main" val="377241009"/>
                  </a:ext>
                </a:extLst>
              </a:tr>
              <a:tr h="0">
                <a:tc>
                  <a:txBody>
                    <a:bodyPr/>
                    <a:lstStyle/>
                    <a:p>
                      <a:r>
                        <a:rPr lang="en-AU" sz="2400" b="1" dirty="0">
                          <a:solidFill>
                            <a:schemeClr val="bg1"/>
                          </a:solidFill>
                        </a:rPr>
                        <a:t>Assertions</a:t>
                      </a:r>
                      <a:endParaRPr lang="en-AU" sz="2400" dirty="0">
                        <a:solidFill>
                          <a:schemeClr val="bg1"/>
                        </a:solidFill>
                      </a:endParaRPr>
                    </a:p>
                  </a:txBody>
                  <a:tcPr anchor="ctr">
                    <a:lnL>
                      <a:noFill/>
                    </a:lnL>
                    <a:lnR>
                      <a:noFill/>
                    </a:lnR>
                    <a:lnT>
                      <a:noFill/>
                    </a:lnT>
                    <a:lnB>
                      <a:noFill/>
                    </a:lnB>
                    <a:noFill/>
                  </a:tcPr>
                </a:tc>
                <a:tc>
                  <a:txBody>
                    <a:bodyPr/>
                    <a:lstStyle/>
                    <a:p>
                      <a:r>
                        <a:rPr lang="en-AU" sz="2400" dirty="0">
                          <a:solidFill>
                            <a:schemeClr val="bg1"/>
                          </a:solidFill>
                        </a:rPr>
                        <a:t>Uses special methods to check conditions.</a:t>
                      </a:r>
                    </a:p>
                  </a:txBody>
                  <a:tcPr anchor="ctr">
                    <a:lnL>
                      <a:noFill/>
                    </a:lnL>
                    <a:lnR>
                      <a:noFill/>
                    </a:lnR>
                    <a:lnT>
                      <a:noFill/>
                    </a:lnT>
                    <a:lnB>
                      <a:noFill/>
                    </a:lnB>
                    <a:noFill/>
                  </a:tcPr>
                </a:tc>
                <a:tc>
                  <a:txBody>
                    <a:bodyPr/>
                    <a:lstStyle/>
                    <a:p>
                      <a:r>
                        <a:rPr lang="en-AU" sz="2400" dirty="0">
                          <a:solidFill>
                            <a:schemeClr val="bg1"/>
                          </a:solidFill>
                        </a:rPr>
                        <a:t>Only uses assert statements in Python.</a:t>
                      </a:r>
                    </a:p>
                  </a:txBody>
                  <a:tcPr anchor="ctr">
                    <a:lnL>
                      <a:noFill/>
                    </a:lnL>
                    <a:lnR>
                      <a:noFill/>
                    </a:lnR>
                    <a:lnT>
                      <a:noFill/>
                    </a:lnT>
                    <a:lnB>
                      <a:noFill/>
                    </a:lnB>
                    <a:noFill/>
                  </a:tcPr>
                </a:tc>
                <a:extLst>
                  <a:ext uri="{0D108BD9-81ED-4DB2-BD59-A6C34878D82A}">
                    <a16:rowId xmlns:a16="http://schemas.microsoft.com/office/drawing/2014/main" val="3236406605"/>
                  </a:ext>
                </a:extLst>
              </a:tr>
            </a:tbl>
          </a:graphicData>
        </a:graphic>
      </p:graphicFrame>
    </p:spTree>
    <p:extLst>
      <p:ext uri="{BB962C8B-B14F-4D97-AF65-F5344CB8AC3E}">
        <p14:creationId xmlns:p14="http://schemas.microsoft.com/office/powerpoint/2010/main" val="369289902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84949C-6D35-4B62-8326-33D3F790E549}"/>
              </a:ext>
            </a:extLst>
          </p:cNvPr>
          <p:cNvSpPr>
            <a:spLocks noGrp="1"/>
          </p:cNvSpPr>
          <p:nvPr>
            <p:ph type="title"/>
          </p:nvPr>
        </p:nvSpPr>
        <p:spPr/>
        <p:txBody>
          <a:bodyPr/>
          <a:lstStyle/>
          <a:p>
            <a:r>
              <a:rPr lang="en-AU" dirty="0" err="1"/>
              <a:t>pytest</a:t>
            </a:r>
            <a:r>
              <a:rPr lang="en-AU" dirty="0"/>
              <a:t> </a:t>
            </a:r>
          </a:p>
        </p:txBody>
      </p:sp>
      <p:sp>
        <p:nvSpPr>
          <p:cNvPr id="3" name="Content Placeholder 2">
            <a:extLst>
              <a:ext uri="{FF2B5EF4-FFF2-40B4-BE49-F238E27FC236}">
                <a16:creationId xmlns:a16="http://schemas.microsoft.com/office/drawing/2014/main" id="{8478BC49-6C38-42BF-AF06-F8F2C04236C5}"/>
              </a:ext>
            </a:extLst>
          </p:cNvPr>
          <p:cNvSpPr>
            <a:spLocks noGrp="1"/>
          </p:cNvSpPr>
          <p:nvPr>
            <p:ph idx="1"/>
          </p:nvPr>
        </p:nvSpPr>
        <p:spPr>
          <a:xfrm>
            <a:off x="723089" y="1874642"/>
            <a:ext cx="10492902" cy="4195419"/>
          </a:xfrm>
        </p:spPr>
        <p:txBody>
          <a:bodyPr>
            <a:noAutofit/>
          </a:bodyPr>
          <a:lstStyle/>
          <a:p>
            <a:pPr marL="0" indent="0">
              <a:buNone/>
            </a:pPr>
            <a:r>
              <a:rPr lang="en-AU" sz="1800" b="0" dirty="0">
                <a:solidFill>
                  <a:srgbClr val="6A9955"/>
                </a:solidFill>
                <a:effectLst/>
                <a:highlight>
                  <a:srgbClr val="1F1F1F"/>
                </a:highlight>
                <a:latin typeface="Consolas" panose="020B0609020204030204" pitchFamily="49" charset="0"/>
              </a:rPr>
              <a:t># test_fixtures.py</a:t>
            </a:r>
            <a:endParaRPr lang="en-AU" sz="1800" b="0" dirty="0">
              <a:solidFill>
                <a:srgbClr val="CCCCCC"/>
              </a:solidFill>
              <a:effectLst/>
              <a:highlight>
                <a:srgbClr val="1F1F1F"/>
              </a:highlight>
              <a:latin typeface="Consolas" panose="020B0609020204030204" pitchFamily="49" charset="0"/>
            </a:endParaRPr>
          </a:p>
          <a:p>
            <a:pPr marL="0" indent="0">
              <a:buNone/>
            </a:pPr>
            <a:r>
              <a:rPr lang="en-AU" sz="1800" b="0" dirty="0">
                <a:solidFill>
                  <a:srgbClr val="C586C0"/>
                </a:solidFill>
                <a:effectLst/>
                <a:highlight>
                  <a:srgbClr val="1F1F1F"/>
                </a:highlight>
                <a:latin typeface="Consolas" panose="020B0609020204030204" pitchFamily="49" charset="0"/>
              </a:rPr>
              <a:t>import</a:t>
            </a:r>
            <a:r>
              <a:rPr lang="en-AU" sz="1800" b="0" dirty="0">
                <a:solidFill>
                  <a:srgbClr val="CCCCCC"/>
                </a:solidFill>
                <a:effectLst/>
                <a:highlight>
                  <a:srgbClr val="1F1F1F"/>
                </a:highlight>
                <a:latin typeface="Consolas" panose="020B0609020204030204" pitchFamily="49" charset="0"/>
              </a:rPr>
              <a:t> </a:t>
            </a:r>
            <a:r>
              <a:rPr lang="en-AU" sz="1800" b="0" dirty="0" err="1">
                <a:solidFill>
                  <a:srgbClr val="4EC9B0"/>
                </a:solidFill>
                <a:effectLst/>
                <a:highlight>
                  <a:srgbClr val="1F1F1F"/>
                </a:highlight>
                <a:latin typeface="Consolas" panose="020B0609020204030204" pitchFamily="49" charset="0"/>
              </a:rPr>
              <a:t>pytest</a:t>
            </a:r>
            <a:endParaRPr lang="en-AU" sz="1800" b="0" dirty="0">
              <a:solidFill>
                <a:srgbClr val="CCCCCC"/>
              </a:solidFill>
              <a:effectLst/>
              <a:highlight>
                <a:srgbClr val="1F1F1F"/>
              </a:highlight>
              <a:latin typeface="Consolas" panose="020B0609020204030204" pitchFamily="49" charset="0"/>
            </a:endParaRPr>
          </a:p>
          <a:p>
            <a:pPr marL="0" indent="0">
              <a:buNone/>
            </a:pPr>
            <a:br>
              <a:rPr lang="en-AU" sz="1800" b="0" dirty="0">
                <a:solidFill>
                  <a:srgbClr val="CCCCCC"/>
                </a:solidFill>
                <a:effectLst/>
                <a:highlight>
                  <a:srgbClr val="1F1F1F"/>
                </a:highlight>
                <a:latin typeface="Consolas" panose="020B0609020204030204" pitchFamily="49" charset="0"/>
              </a:rPr>
            </a:br>
            <a:r>
              <a:rPr lang="en-AU" sz="1800" b="0" dirty="0">
                <a:solidFill>
                  <a:srgbClr val="6A9955"/>
                </a:solidFill>
                <a:effectLst/>
                <a:highlight>
                  <a:srgbClr val="1F1F1F"/>
                </a:highlight>
                <a:latin typeface="Consolas" panose="020B0609020204030204" pitchFamily="49" charset="0"/>
              </a:rPr>
              <a:t># @pytest.fixture defines a setup function (</a:t>
            </a:r>
            <a:r>
              <a:rPr lang="en-AU" sz="1800" b="0" dirty="0" err="1">
                <a:solidFill>
                  <a:srgbClr val="6A9955"/>
                </a:solidFill>
                <a:effectLst/>
                <a:highlight>
                  <a:srgbClr val="1F1F1F"/>
                </a:highlight>
                <a:latin typeface="Consolas" panose="020B0609020204030204" pitchFamily="49" charset="0"/>
              </a:rPr>
              <a:t>sample_data</a:t>
            </a:r>
            <a:r>
              <a:rPr lang="en-AU" sz="1800" b="0" dirty="0">
                <a:solidFill>
                  <a:srgbClr val="6A9955"/>
                </a:solidFill>
                <a:effectLst/>
                <a:highlight>
                  <a:srgbClr val="1F1F1F"/>
                </a:highlight>
                <a:latin typeface="Consolas" panose="020B0609020204030204" pitchFamily="49" charset="0"/>
              </a:rPr>
              <a:t>) that returns a value.</a:t>
            </a:r>
            <a:endParaRPr lang="en-AU" sz="1800" b="0" dirty="0">
              <a:solidFill>
                <a:srgbClr val="CCCCCC"/>
              </a:solidFill>
              <a:effectLst/>
              <a:highlight>
                <a:srgbClr val="1F1F1F"/>
              </a:highlight>
              <a:latin typeface="Consolas" panose="020B0609020204030204" pitchFamily="49" charset="0"/>
            </a:endParaRPr>
          </a:p>
          <a:p>
            <a:pPr marL="0" indent="0">
              <a:buNone/>
            </a:pPr>
            <a:r>
              <a:rPr lang="en-AU" sz="1800" b="0" dirty="0">
                <a:solidFill>
                  <a:srgbClr val="DCDCAA"/>
                </a:solidFill>
                <a:effectLst/>
                <a:highlight>
                  <a:srgbClr val="1F1F1F"/>
                </a:highlight>
                <a:latin typeface="Consolas" panose="020B0609020204030204" pitchFamily="49" charset="0"/>
              </a:rPr>
              <a:t>@</a:t>
            </a:r>
            <a:r>
              <a:rPr lang="en-AU" sz="1800" b="0" dirty="0">
                <a:solidFill>
                  <a:srgbClr val="4EC9B0"/>
                </a:solidFill>
                <a:effectLst/>
                <a:highlight>
                  <a:srgbClr val="1F1F1F"/>
                </a:highlight>
                <a:latin typeface="Consolas" panose="020B0609020204030204" pitchFamily="49" charset="0"/>
              </a:rPr>
              <a:t>pytest</a:t>
            </a:r>
            <a:r>
              <a:rPr lang="en-AU" sz="1800" b="0" dirty="0">
                <a:solidFill>
                  <a:srgbClr val="DCDCAA"/>
                </a:solidFill>
                <a:effectLst/>
                <a:highlight>
                  <a:srgbClr val="1F1F1F"/>
                </a:highlight>
                <a:latin typeface="Consolas" panose="020B0609020204030204" pitchFamily="49" charset="0"/>
              </a:rPr>
              <a:t>.fixture</a:t>
            </a:r>
            <a:endParaRPr lang="en-AU" sz="1800" b="0" dirty="0">
              <a:solidFill>
                <a:srgbClr val="CCCCCC"/>
              </a:solidFill>
              <a:effectLst/>
              <a:highlight>
                <a:srgbClr val="1F1F1F"/>
              </a:highlight>
              <a:latin typeface="Consolas" panose="020B0609020204030204" pitchFamily="49" charset="0"/>
            </a:endParaRPr>
          </a:p>
          <a:p>
            <a:pPr marL="0" indent="0">
              <a:buNone/>
            </a:pPr>
            <a:r>
              <a:rPr lang="en-AU" sz="1800" b="0" dirty="0">
                <a:solidFill>
                  <a:srgbClr val="569CD6"/>
                </a:solidFill>
                <a:effectLst/>
                <a:highlight>
                  <a:srgbClr val="1F1F1F"/>
                </a:highlight>
                <a:latin typeface="Consolas" panose="020B0609020204030204" pitchFamily="49" charset="0"/>
              </a:rPr>
              <a:t>def</a:t>
            </a:r>
            <a:r>
              <a:rPr lang="en-AU" sz="1800" b="0" dirty="0">
                <a:solidFill>
                  <a:srgbClr val="CCCCCC"/>
                </a:solidFill>
                <a:effectLst/>
                <a:highlight>
                  <a:srgbClr val="1F1F1F"/>
                </a:highlight>
                <a:latin typeface="Consolas" panose="020B0609020204030204" pitchFamily="49" charset="0"/>
              </a:rPr>
              <a:t> </a:t>
            </a:r>
            <a:r>
              <a:rPr lang="en-AU" sz="1800" b="0" dirty="0" err="1">
                <a:solidFill>
                  <a:srgbClr val="DCDCAA"/>
                </a:solidFill>
                <a:effectLst/>
                <a:highlight>
                  <a:srgbClr val="1F1F1F"/>
                </a:highlight>
                <a:latin typeface="Consolas" panose="020B0609020204030204" pitchFamily="49" charset="0"/>
              </a:rPr>
              <a:t>sample_data</a:t>
            </a:r>
            <a:r>
              <a:rPr lang="en-AU" sz="1800" b="0" dirty="0">
                <a:solidFill>
                  <a:srgbClr val="CCCCCC"/>
                </a:solidFill>
                <a:effectLst/>
                <a:highlight>
                  <a:srgbClr val="1F1F1F"/>
                </a:highlight>
                <a:latin typeface="Consolas" panose="020B0609020204030204" pitchFamily="49" charset="0"/>
              </a:rPr>
              <a:t>():</a:t>
            </a:r>
          </a:p>
          <a:p>
            <a:pPr marL="0" indent="0">
              <a:buNone/>
            </a:pPr>
            <a:r>
              <a:rPr lang="en-AU" sz="1800" b="0" dirty="0">
                <a:solidFill>
                  <a:srgbClr val="CCCCCC"/>
                </a:solidFill>
                <a:effectLst/>
                <a:highlight>
                  <a:srgbClr val="1F1F1F"/>
                </a:highlight>
                <a:latin typeface="Consolas" panose="020B0609020204030204" pitchFamily="49" charset="0"/>
              </a:rPr>
              <a:t>    </a:t>
            </a:r>
            <a:r>
              <a:rPr lang="en-AU" sz="1800" b="0" dirty="0">
                <a:solidFill>
                  <a:srgbClr val="C586C0"/>
                </a:solidFill>
                <a:effectLst/>
                <a:highlight>
                  <a:srgbClr val="1F1F1F"/>
                </a:highlight>
                <a:latin typeface="Consolas" panose="020B0609020204030204" pitchFamily="49" charset="0"/>
              </a:rPr>
              <a:t>return</a:t>
            </a:r>
            <a:r>
              <a:rPr lang="en-AU" sz="1800" b="0" dirty="0">
                <a:solidFill>
                  <a:srgbClr val="CCCCCC"/>
                </a:solidFill>
                <a:effectLst/>
                <a:highlight>
                  <a:srgbClr val="1F1F1F"/>
                </a:highlight>
                <a:latin typeface="Consolas" panose="020B0609020204030204" pitchFamily="49" charset="0"/>
              </a:rPr>
              <a:t> </a:t>
            </a:r>
            <a:r>
              <a:rPr lang="en-AU" sz="1800" b="0" dirty="0">
                <a:solidFill>
                  <a:srgbClr val="CE9178"/>
                </a:solidFill>
                <a:effectLst/>
                <a:highlight>
                  <a:srgbClr val="1F1F1F"/>
                </a:highlight>
                <a:latin typeface="Consolas" panose="020B0609020204030204" pitchFamily="49" charset="0"/>
              </a:rPr>
              <a:t>"data"</a:t>
            </a:r>
            <a:endParaRPr lang="en-AU" sz="1800" b="0" dirty="0">
              <a:solidFill>
                <a:srgbClr val="CCCCCC"/>
              </a:solidFill>
              <a:effectLst/>
              <a:highlight>
                <a:srgbClr val="1F1F1F"/>
              </a:highlight>
              <a:latin typeface="Consolas" panose="020B0609020204030204" pitchFamily="49" charset="0"/>
            </a:endParaRPr>
          </a:p>
          <a:p>
            <a:pPr marL="0" indent="0">
              <a:buNone/>
            </a:pPr>
            <a:br>
              <a:rPr lang="en-AU" sz="1800" b="0" dirty="0">
                <a:solidFill>
                  <a:srgbClr val="CCCCCC"/>
                </a:solidFill>
                <a:effectLst/>
                <a:highlight>
                  <a:srgbClr val="1F1F1F"/>
                </a:highlight>
                <a:latin typeface="Consolas" panose="020B0609020204030204" pitchFamily="49" charset="0"/>
              </a:rPr>
            </a:br>
            <a:r>
              <a:rPr lang="en-AU" sz="1800" b="0" dirty="0">
                <a:solidFill>
                  <a:srgbClr val="6A9955"/>
                </a:solidFill>
                <a:effectLst/>
                <a:highlight>
                  <a:srgbClr val="1F1F1F"/>
                </a:highlight>
                <a:latin typeface="Consolas" panose="020B0609020204030204" pitchFamily="49" charset="0"/>
              </a:rPr>
              <a:t># </a:t>
            </a:r>
            <a:r>
              <a:rPr lang="en-AU" sz="1800" b="0" dirty="0" err="1">
                <a:solidFill>
                  <a:srgbClr val="6A9955"/>
                </a:solidFill>
                <a:effectLst/>
                <a:highlight>
                  <a:srgbClr val="1F1F1F"/>
                </a:highlight>
                <a:latin typeface="Consolas" panose="020B0609020204030204" pitchFamily="49" charset="0"/>
              </a:rPr>
              <a:t>test_with_fixture</a:t>
            </a:r>
            <a:r>
              <a:rPr lang="en-AU" sz="1800" b="0" dirty="0">
                <a:solidFill>
                  <a:srgbClr val="6A9955"/>
                </a:solidFill>
                <a:effectLst/>
                <a:highlight>
                  <a:srgbClr val="1F1F1F"/>
                </a:highlight>
                <a:latin typeface="Consolas" panose="020B0609020204030204" pitchFamily="49" charset="0"/>
              </a:rPr>
              <a:t> uses this fixture to get the setup data.</a:t>
            </a:r>
            <a:endParaRPr lang="en-AU" sz="1800" b="0" dirty="0">
              <a:solidFill>
                <a:srgbClr val="CCCCCC"/>
              </a:solidFill>
              <a:effectLst/>
              <a:highlight>
                <a:srgbClr val="1F1F1F"/>
              </a:highlight>
              <a:latin typeface="Consolas" panose="020B0609020204030204" pitchFamily="49" charset="0"/>
            </a:endParaRPr>
          </a:p>
          <a:p>
            <a:pPr marL="0" indent="0">
              <a:buNone/>
            </a:pPr>
            <a:r>
              <a:rPr lang="en-AU" sz="1800" b="0" dirty="0">
                <a:solidFill>
                  <a:srgbClr val="569CD6"/>
                </a:solidFill>
                <a:effectLst/>
                <a:highlight>
                  <a:srgbClr val="1F1F1F"/>
                </a:highlight>
                <a:latin typeface="Consolas" panose="020B0609020204030204" pitchFamily="49" charset="0"/>
              </a:rPr>
              <a:t>def</a:t>
            </a:r>
            <a:r>
              <a:rPr lang="en-AU" sz="1800" b="0" dirty="0">
                <a:solidFill>
                  <a:srgbClr val="CCCCCC"/>
                </a:solidFill>
                <a:effectLst/>
                <a:highlight>
                  <a:srgbClr val="1F1F1F"/>
                </a:highlight>
                <a:latin typeface="Consolas" panose="020B0609020204030204" pitchFamily="49" charset="0"/>
              </a:rPr>
              <a:t> </a:t>
            </a:r>
            <a:r>
              <a:rPr lang="en-AU" sz="1800" b="0" dirty="0" err="1">
                <a:solidFill>
                  <a:srgbClr val="DCDCAA"/>
                </a:solidFill>
                <a:effectLst/>
                <a:highlight>
                  <a:srgbClr val="1F1F1F"/>
                </a:highlight>
                <a:latin typeface="Consolas" panose="020B0609020204030204" pitchFamily="49" charset="0"/>
              </a:rPr>
              <a:t>test_with_fixture</a:t>
            </a:r>
            <a:r>
              <a:rPr lang="en-AU" sz="1800" b="0" dirty="0">
                <a:solidFill>
                  <a:srgbClr val="CCCCCC"/>
                </a:solidFill>
                <a:effectLst/>
                <a:highlight>
                  <a:srgbClr val="1F1F1F"/>
                </a:highlight>
                <a:latin typeface="Consolas" panose="020B0609020204030204" pitchFamily="49" charset="0"/>
              </a:rPr>
              <a:t>(</a:t>
            </a:r>
            <a:r>
              <a:rPr lang="en-AU" sz="1800" b="0" dirty="0" err="1">
                <a:solidFill>
                  <a:srgbClr val="9CDCFE"/>
                </a:solidFill>
                <a:effectLst/>
                <a:highlight>
                  <a:srgbClr val="1F1F1F"/>
                </a:highlight>
                <a:latin typeface="Consolas" panose="020B0609020204030204" pitchFamily="49" charset="0"/>
              </a:rPr>
              <a:t>sample_data</a:t>
            </a:r>
            <a:r>
              <a:rPr lang="en-AU" sz="1800" b="0" dirty="0">
                <a:solidFill>
                  <a:srgbClr val="CCCCCC"/>
                </a:solidFill>
                <a:effectLst/>
                <a:highlight>
                  <a:srgbClr val="1F1F1F"/>
                </a:highlight>
                <a:latin typeface="Consolas" panose="020B0609020204030204" pitchFamily="49" charset="0"/>
              </a:rPr>
              <a:t>):</a:t>
            </a:r>
          </a:p>
          <a:p>
            <a:pPr marL="0" indent="0">
              <a:buNone/>
            </a:pPr>
            <a:r>
              <a:rPr lang="en-AU" sz="1800" b="0" dirty="0">
                <a:solidFill>
                  <a:srgbClr val="CCCCCC"/>
                </a:solidFill>
                <a:effectLst/>
                <a:highlight>
                  <a:srgbClr val="1F1F1F"/>
                </a:highlight>
                <a:latin typeface="Consolas" panose="020B0609020204030204" pitchFamily="49" charset="0"/>
              </a:rPr>
              <a:t>    </a:t>
            </a:r>
            <a:r>
              <a:rPr lang="en-AU" sz="1800" b="0" dirty="0">
                <a:solidFill>
                  <a:srgbClr val="C586C0"/>
                </a:solidFill>
                <a:effectLst/>
                <a:highlight>
                  <a:srgbClr val="1F1F1F"/>
                </a:highlight>
                <a:latin typeface="Consolas" panose="020B0609020204030204" pitchFamily="49" charset="0"/>
              </a:rPr>
              <a:t>assert</a:t>
            </a:r>
            <a:r>
              <a:rPr lang="en-AU" sz="1800" b="0" dirty="0">
                <a:solidFill>
                  <a:srgbClr val="CCCCCC"/>
                </a:solidFill>
                <a:effectLst/>
                <a:highlight>
                  <a:srgbClr val="1F1F1F"/>
                </a:highlight>
                <a:latin typeface="Consolas" panose="020B0609020204030204" pitchFamily="49" charset="0"/>
              </a:rPr>
              <a:t> </a:t>
            </a:r>
            <a:r>
              <a:rPr lang="en-AU" sz="1800" b="0" dirty="0" err="1">
                <a:solidFill>
                  <a:srgbClr val="9CDCFE"/>
                </a:solidFill>
                <a:effectLst/>
                <a:highlight>
                  <a:srgbClr val="1F1F1F"/>
                </a:highlight>
                <a:latin typeface="Consolas" panose="020B0609020204030204" pitchFamily="49" charset="0"/>
              </a:rPr>
              <a:t>sample_data</a:t>
            </a:r>
            <a:r>
              <a:rPr lang="en-AU" sz="1800" b="0" dirty="0">
                <a:solidFill>
                  <a:srgbClr val="CCCCCC"/>
                </a:solidFill>
                <a:effectLst/>
                <a:highlight>
                  <a:srgbClr val="1F1F1F"/>
                </a:highlight>
                <a:latin typeface="Consolas" panose="020B0609020204030204" pitchFamily="49" charset="0"/>
              </a:rPr>
              <a:t> </a:t>
            </a:r>
            <a:r>
              <a:rPr lang="en-AU" sz="1800" b="0" dirty="0">
                <a:solidFill>
                  <a:srgbClr val="D4D4D4"/>
                </a:solidFill>
                <a:effectLst/>
                <a:highlight>
                  <a:srgbClr val="1F1F1F"/>
                </a:highlight>
                <a:latin typeface="Consolas" panose="020B0609020204030204" pitchFamily="49" charset="0"/>
              </a:rPr>
              <a:t>==</a:t>
            </a:r>
            <a:r>
              <a:rPr lang="en-AU" sz="1800" b="0" dirty="0">
                <a:solidFill>
                  <a:srgbClr val="CCCCCC"/>
                </a:solidFill>
                <a:effectLst/>
                <a:highlight>
                  <a:srgbClr val="1F1F1F"/>
                </a:highlight>
                <a:latin typeface="Consolas" panose="020B0609020204030204" pitchFamily="49" charset="0"/>
              </a:rPr>
              <a:t> </a:t>
            </a:r>
            <a:r>
              <a:rPr lang="en-AU" sz="1800" b="0" dirty="0">
                <a:solidFill>
                  <a:srgbClr val="CE9178"/>
                </a:solidFill>
                <a:effectLst/>
                <a:highlight>
                  <a:srgbClr val="1F1F1F"/>
                </a:highlight>
                <a:latin typeface="Consolas" panose="020B0609020204030204" pitchFamily="49" charset="0"/>
              </a:rPr>
              <a:t>"data"</a:t>
            </a:r>
            <a:endParaRPr lang="en-AU" sz="1800" b="0" dirty="0">
              <a:solidFill>
                <a:srgbClr val="CCCCCC"/>
              </a:solidFill>
              <a:effectLst/>
              <a:highlight>
                <a:srgbClr val="1F1F1F"/>
              </a:highlight>
              <a:latin typeface="Consolas" panose="020B0609020204030204" pitchFamily="49" charset="0"/>
            </a:endParaRPr>
          </a:p>
        </p:txBody>
      </p:sp>
    </p:spTree>
    <p:extLst>
      <p:ext uri="{BB962C8B-B14F-4D97-AF65-F5344CB8AC3E}">
        <p14:creationId xmlns:p14="http://schemas.microsoft.com/office/powerpoint/2010/main" val="387013926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MPROD_NEXTUNIQUEID" val="10009"/>
  <p:tag name="MMPROD_UIDATA" val="&lt;database version=&quot;7.0&quot;&gt;&lt;object type=&quot;1&quot; unique_id=&quot;10001&quot;&gt;&lt;object type=&quot;8&quot; unique_id=&quot;10002&quot;&gt;&lt;/object&gt;&lt;object type=&quot;2&quot; unique_id=&quot;10003&quot;&gt;&lt;object type=&quot;3&quot; unique_id=&quot;10004&quot;&gt;&lt;property id=&quot;20148&quot; value=&quot;5&quot;/&gt;&lt;property id=&quot;20300&quot; value=&quot;Slide 1 - &amp;quot;SMS Availabilities&amp;#x0D;&amp;#x0A;Overview&amp;quot;&quot;/&gt;&lt;property id=&quot;20307&quot; value=&quot;256&quot;/&gt;&lt;/object&gt;&lt;object type=&quot;3&quot; unique_id=&quot;10005&quot;&gt;&lt;property id=&quot;20148&quot; value=&quot;5&quot;/&gt;&lt;property id=&quot;20300&quot; value=&quot;Slide 2&quot;/&gt;&lt;property id=&quot;20307&quot; value=&quot;257&quot;/&gt;&lt;/object&gt;&lt;object type=&quot;3&quot; unique_id=&quot;10006&quot;&gt;&lt;property id=&quot;20148&quot; value=&quot;5&quot;/&gt;&lt;property id=&quot;20300&quot; value=&quot;Slide 3 - &amp;quot;&amp;#x0D;&amp;#x0A;Course Availabilities&amp;quot;&quot;/&gt;&lt;property id=&quot;20307&quot; value=&quot;261&quot;/&gt;&lt;/object&gt;&lt;object type=&quot;3&quot; unique_id=&quot;10007&quot;&gt;&lt;property id=&quot;20148&quot; value=&quot;5&quot;/&gt;&lt;property id=&quot;20300&quot; value=&quot;Slide 4 - &amp;quot;Intake Calendars&amp;quot;&quot;/&gt;&lt;property id=&quot;20307&quot; value=&quot;264&quot;/&gt;&lt;/object&gt;&lt;object type=&quot;3&quot; unique_id=&quot;10008&quot;&gt;&lt;property id=&quot;20148&quot; value=&quot;5&quot;/&gt;&lt;property id=&quot;20300&quot; value=&quot;Slide 5 - &amp;quot;&amp;#x0D;&amp;#x0A;Unit Availabilities&amp;quot;&quot;/&gt;&lt;property id=&quot;20307&quot; value=&quot;259&quot;/&gt;&lt;/object&gt;&lt;object type=&quot;3&quot; unique_id=&quot;10009&quot;&gt;&lt;property id=&quot;20148&quot; value=&quot;5&quot;/&gt;&lt;property id=&quot;20300&quot; value=&quot;Slide 6 - &amp;quot;&amp;#x0D;&amp;#x0A;Unit Availabilities&amp;quot;&quot;/&gt;&lt;property id=&quot;20307&quot; value=&quot;260&quot;/&gt;&lt;/object&gt;&lt;object type=&quot;3&quot; unique_id=&quot;10010&quot;&gt;&lt;property id=&quot;20148&quot; value=&quot;5&quot;/&gt;&lt;property id=&quot;20300&quot; value=&quot;Slide 7 - &amp;quot;Enrolment Calendars&amp;quot;&quot;/&gt;&lt;property id=&quot;20307&quot; value=&quot;265&quot;/&gt;&lt;/object&gt;&lt;object type=&quot;3&quot; unique_id=&quot;10011&quot;&gt;&lt;property id=&quot;20148&quot; value=&quot;5&quot;/&gt;&lt;property id=&quot;20300&quot; value=&quot;Slide 8 - &amp;quot;Business Guidelines&amp;quot;&quot;/&gt;&lt;property id=&quot;20307&quot; value=&quot;268&quot;/&gt;&lt;/object&gt;&lt;object type=&quot;3&quot; unique_id=&quot;10012&quot;&gt;&lt;property id=&quot;20148&quot; value=&quot;5&quot;/&gt;&lt;property id=&quot;20300&quot; value=&quot;Slide 9 - &amp;quot;Business Guidelines&amp;quot;&quot;/&gt;&lt;property id=&quot;20307&quot; value=&quot;269&quot;/&gt;&lt;/object&gt;&lt;object type=&quot;3&quot; unique_id=&quot;10013&quot;&gt;&lt;property id=&quot;20148&quot; value=&quot;5&quot;/&gt;&lt;property id=&quot;20300&quot; value=&quot;Slide 10 - &amp;quot;Business Considerations&amp;quot;&quot;/&gt;&lt;property id=&quot;20307&quot; value=&quot;262&quot;/&gt;&lt;/object&gt;&lt;object type=&quot;3&quot; unique_id=&quot;10014&quot;&gt;&lt;property id=&quot;20148&quot; value=&quot;5&quot;/&gt;&lt;property id=&quot;20300&quot; value=&quot;Slide 11 - &amp;quot;Availabilities tasks&amp;quot;&quot;/&gt;&lt;property id=&quot;20307&quot; value=&quot;266&quot;/&gt;&lt;/object&gt;&lt;object type=&quot;3&quot; unique_id=&quot;10015&quot;&gt;&lt;property id=&quot;20148&quot; value=&quot;5&quot;/&gt;&lt;property id=&quot;20300&quot; value=&quot;Slide 12 - &amp;quot;Availabilities Template&amp;quot;&quot;/&gt;&lt;property id=&quot;20307&quot; value=&quot;267&quot;/&gt;&lt;/object&gt;&lt;object type=&quot;3&quot; unique_id=&quot;10016&quot;&gt;&lt;property id=&quot;20148&quot; value=&quot;5&quot;/&gt;&lt;property id=&quot;20300&quot; value=&quot;Slide 13 - &amp;quot;Timetabling&amp;quot;&quot;/&gt;&lt;property id=&quot;20307&quot; value=&quot;263&quot;/&gt;&lt;/object&gt;&lt;/object&gt;&lt;/object&gt;&lt;/database&gt;"/>
  <p:tag name="SECTOMILLISECCONVERTED"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TAFE">
      <a:majorFont>
        <a:latin typeface="Century Gothic"/>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NMT-Presentation-HD-1920x1080-AJG-V2020.07.01.potx" id="{3EDD48A2-5C86-4826-A34B-3DD4694D6775}" vid="{2EDC81D3-35B6-4E09-B25C-3248DC8F647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482CBA738D00D4AAC9330883AE1DA78" ma:contentTypeVersion="33" ma:contentTypeDescription="Create a new document." ma:contentTypeScope="" ma:versionID="8e47dcab4e34a32242880baf61f0a73d">
  <xsd:schema xmlns:xsd="http://www.w3.org/2001/XMLSchema" xmlns:xs="http://www.w3.org/2001/XMLSchema" xmlns:p="http://schemas.microsoft.com/office/2006/metadata/properties" xmlns:ns3="3936cbe9-feea-4685-b03c-7f8d09c550f1" xmlns:ns4="833ce3ab-d172-455c-9989-f10facae9784" targetNamespace="http://schemas.microsoft.com/office/2006/metadata/properties" ma:root="true" ma:fieldsID="174389be43a91ce68753c33b6ac99b4e" ns3:_="" ns4:_="">
    <xsd:import namespace="3936cbe9-feea-4685-b03c-7f8d09c550f1"/>
    <xsd:import namespace="833ce3ab-d172-455c-9989-f10facae9784"/>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AutoTags" minOccurs="0"/>
                <xsd:element ref="ns4:MediaServiceDateTaken" minOccurs="0"/>
                <xsd:element ref="ns4:MediaServiceOCR" minOccurs="0"/>
                <xsd:element ref="ns4:MediaServiceLocation" minOccurs="0"/>
                <xsd:element ref="ns4:MediaServiceEventHashCode" minOccurs="0"/>
                <xsd:element ref="ns4:MediaServiceGenerationTime" minOccurs="0"/>
                <xsd:element ref="ns4:MediaServiceAutoKeyPoints" minOccurs="0"/>
                <xsd:element ref="ns4:MediaServiceKeyPoints" minOccurs="0"/>
                <xsd:element ref="ns4:NotebookType" minOccurs="0"/>
                <xsd:element ref="ns4:FolderType" minOccurs="0"/>
                <xsd:element ref="ns4:CultureName" minOccurs="0"/>
                <xsd:element ref="ns4:AppVersion" minOccurs="0"/>
                <xsd:element ref="ns4:TeamsChannelId" minOccurs="0"/>
                <xsd:element ref="ns4:Owner" minOccurs="0"/>
                <xsd:element ref="ns4:Math_Settings" minOccurs="0"/>
                <xsd:element ref="ns4:DefaultSectionNames" minOccurs="0"/>
                <xsd:element ref="ns4:Templates" minOccurs="0"/>
                <xsd:element ref="ns4:Teachers" minOccurs="0"/>
                <xsd:element ref="ns4:Students" minOccurs="0"/>
                <xsd:element ref="ns4:Student_Groups" minOccurs="0"/>
                <xsd:element ref="ns4:Distribution_Groups" minOccurs="0"/>
                <xsd:element ref="ns4:LMS_Mappings" minOccurs="0"/>
                <xsd:element ref="ns4:Invited_Teachers" minOccurs="0"/>
                <xsd:element ref="ns4:Invited_Students" minOccurs="0"/>
                <xsd:element ref="ns4:Self_Registration_Enabled" minOccurs="0"/>
                <xsd:element ref="ns4:Has_Teacher_Only_SectionGroup" minOccurs="0"/>
                <xsd:element ref="ns4:Is_Collaboration_Space_Locked" minOccurs="0"/>
                <xsd:element ref="ns4:IsNotebookLocke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936cbe9-feea-4685-b03c-7f8d09c550f1" elementFormDefault="qualified">
    <xsd:import namespace="http://schemas.microsoft.com/office/2006/documentManagement/types"/>
    <xsd:import namespace="http://schemas.microsoft.com/office/infopath/2007/PartnerControls"/>
    <xsd:element name="SharedWithUsers" ma:index="8"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description="" ma:internalName="SharedWithDetails" ma:readOnly="true">
      <xsd:simpleType>
        <xsd:restriction base="dms:Note">
          <xsd:maxLength value="255"/>
        </xsd:restriction>
      </xsd:simpleType>
    </xsd:element>
    <xsd:element name="SharingHintHash" ma:index="10" nillable="true" ma:displayName="Sharing Hint Hash" ma:description=""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833ce3ab-d172-455c-9989-f10facae9784" elementFormDefault="qualified">
    <xsd:import namespace="http://schemas.microsoft.com/office/2006/documentManagement/types"/>
    <xsd:import namespace="http://schemas.microsoft.com/office/infopath/2007/PartnerControls"/>
    <xsd:element name="MediaServiceMetadata" ma:index="11" nillable="true" ma:displayName="MediaServiceMetadata" ma:description="" ma:hidden="true" ma:internalName="MediaServiceMetadata" ma:readOnly="true">
      <xsd:simpleType>
        <xsd:restriction base="dms:Note"/>
      </xsd:simpleType>
    </xsd:element>
    <xsd:element name="MediaServiceFastMetadata" ma:index="12" nillable="true" ma:displayName="MediaServiceFastMetadata" ma:description="" ma:hidden="true" ma:internalName="MediaServiceFastMetadata" ma:readOnly="true">
      <xsd:simpleType>
        <xsd:restriction base="dms:Note"/>
      </xsd:simpleType>
    </xsd:element>
    <xsd:element name="MediaServiceAutoTags" ma:index="13" nillable="true" ma:displayName="MediaServiceAutoTags" ma:internalName="MediaServiceAutoTags" ma:readOnly="true">
      <xsd:simpleType>
        <xsd:restriction base="dms:Text"/>
      </xsd:simpleType>
    </xsd:element>
    <xsd:element name="MediaServiceDateTaken" ma:index="14" nillable="true" ma:displayName="MediaServiceDateTaken" ma:hidden="true" ma:internalName="MediaServiceDateTaken" ma:readOnly="true">
      <xsd:simpleType>
        <xsd:restriction base="dms:Text"/>
      </xsd:simpleType>
    </xsd:element>
    <xsd:element name="MediaServiceOCR" ma:index="15" nillable="true" ma:displayName="MediaServiceOCR" ma:internalName="MediaServiceOCR" ma:readOnly="true">
      <xsd:simpleType>
        <xsd:restriction base="dms:Note">
          <xsd:maxLength value="255"/>
        </xsd:restriction>
      </xsd:simpleType>
    </xsd:element>
    <xsd:element name="MediaServiceLocation" ma:index="16" nillable="true" ma:displayName="MediaServiceLocation" ma:internalName="MediaServiceLocation"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NotebookType" ma:index="21" nillable="true" ma:displayName="Notebook Type" ma:internalName="NotebookType">
      <xsd:simpleType>
        <xsd:restriction base="dms:Text"/>
      </xsd:simpleType>
    </xsd:element>
    <xsd:element name="FolderType" ma:index="22" nillable="true" ma:displayName="Folder Type" ma:internalName="FolderType">
      <xsd:simpleType>
        <xsd:restriction base="dms:Text"/>
      </xsd:simpleType>
    </xsd:element>
    <xsd:element name="CultureName" ma:index="23" nillable="true" ma:displayName="Culture Name" ma:internalName="CultureName">
      <xsd:simpleType>
        <xsd:restriction base="dms:Text"/>
      </xsd:simpleType>
    </xsd:element>
    <xsd:element name="AppVersion" ma:index="24" nillable="true" ma:displayName="App Version" ma:internalName="AppVersion">
      <xsd:simpleType>
        <xsd:restriction base="dms:Text"/>
      </xsd:simpleType>
    </xsd:element>
    <xsd:element name="TeamsChannelId" ma:index="25" nillable="true" ma:displayName="Teams Channel Id" ma:internalName="TeamsChannelId">
      <xsd:simpleType>
        <xsd:restriction base="dms:Text"/>
      </xsd:simpleType>
    </xsd:element>
    <xsd:element name="Owner" ma:index="26" nillable="true" ma:displayName="Owner" ma:internalName="Owner">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Math_Settings" ma:index="27" nillable="true" ma:displayName="Math Settings" ma:internalName="Math_Settings">
      <xsd:simpleType>
        <xsd:restriction base="dms:Text"/>
      </xsd:simpleType>
    </xsd:element>
    <xsd:element name="DefaultSectionNames" ma:index="28" nillable="true" ma:displayName="Default Section Names" ma:internalName="DefaultSectionNames">
      <xsd:simpleType>
        <xsd:restriction base="dms:Note">
          <xsd:maxLength value="255"/>
        </xsd:restriction>
      </xsd:simpleType>
    </xsd:element>
    <xsd:element name="Templates" ma:index="29" nillable="true" ma:displayName="Templates" ma:internalName="Templates">
      <xsd:simpleType>
        <xsd:restriction base="dms:Note">
          <xsd:maxLength value="255"/>
        </xsd:restriction>
      </xsd:simpleType>
    </xsd:element>
    <xsd:element name="Teachers" ma:index="30" nillable="true" ma:displayName="Teachers" ma:internalName="Teacher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tudents" ma:index="31" nillable="true" ma:displayName="Students" ma:internalName="Student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tudent_Groups" ma:index="32" nillable="true" ma:displayName="Student Groups" ma:internalName="Student_Group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Distribution_Groups" ma:index="33" nillable="true" ma:displayName="Distribution Groups" ma:internalName="Distribution_Groups">
      <xsd:simpleType>
        <xsd:restriction base="dms:Note">
          <xsd:maxLength value="255"/>
        </xsd:restriction>
      </xsd:simpleType>
    </xsd:element>
    <xsd:element name="LMS_Mappings" ma:index="34" nillable="true" ma:displayName="LMS Mappings" ma:internalName="LMS_Mappings">
      <xsd:simpleType>
        <xsd:restriction base="dms:Note">
          <xsd:maxLength value="255"/>
        </xsd:restriction>
      </xsd:simpleType>
    </xsd:element>
    <xsd:element name="Invited_Teachers" ma:index="35" nillable="true" ma:displayName="Invited Teachers" ma:internalName="Invited_Teachers">
      <xsd:simpleType>
        <xsd:restriction base="dms:Note">
          <xsd:maxLength value="255"/>
        </xsd:restriction>
      </xsd:simpleType>
    </xsd:element>
    <xsd:element name="Invited_Students" ma:index="36" nillable="true" ma:displayName="Invited Students" ma:internalName="Invited_Students">
      <xsd:simpleType>
        <xsd:restriction base="dms:Note">
          <xsd:maxLength value="255"/>
        </xsd:restriction>
      </xsd:simpleType>
    </xsd:element>
    <xsd:element name="Self_Registration_Enabled" ma:index="37" nillable="true" ma:displayName="Self Registration Enabled" ma:internalName="Self_Registration_Enabled">
      <xsd:simpleType>
        <xsd:restriction base="dms:Boolean"/>
      </xsd:simpleType>
    </xsd:element>
    <xsd:element name="Has_Teacher_Only_SectionGroup" ma:index="38" nillable="true" ma:displayName="Has Teacher Only SectionGroup" ma:internalName="Has_Teacher_Only_SectionGroup">
      <xsd:simpleType>
        <xsd:restriction base="dms:Boolean"/>
      </xsd:simpleType>
    </xsd:element>
    <xsd:element name="Is_Collaboration_Space_Locked" ma:index="39" nillable="true" ma:displayName="Is Collaboration Space Locked" ma:internalName="Is_Collaboration_Space_Locked">
      <xsd:simpleType>
        <xsd:restriction base="dms:Boolean"/>
      </xsd:simpleType>
    </xsd:element>
    <xsd:element name="IsNotebookLocked" ma:index="40" nillable="true" ma:displayName="Is Notebook Locked" ma:internalName="IsNotebookLocked">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FolderType xmlns="833ce3ab-d172-455c-9989-f10facae9784" xsi:nil="true"/>
    <Students xmlns="833ce3ab-d172-455c-9989-f10facae9784">
      <UserInfo>
        <DisplayName/>
        <AccountId xsi:nil="true"/>
        <AccountType/>
      </UserInfo>
    </Students>
    <TeamsChannelId xmlns="833ce3ab-d172-455c-9989-f10facae9784" xsi:nil="true"/>
    <Student_Groups xmlns="833ce3ab-d172-455c-9989-f10facae9784">
      <UserInfo>
        <DisplayName/>
        <AccountId xsi:nil="true"/>
        <AccountType/>
      </UserInfo>
    </Student_Groups>
    <Math_Settings xmlns="833ce3ab-d172-455c-9989-f10facae9784" xsi:nil="true"/>
    <Is_Collaboration_Space_Locked xmlns="833ce3ab-d172-455c-9989-f10facae9784" xsi:nil="true"/>
    <AppVersion xmlns="833ce3ab-d172-455c-9989-f10facae9784" xsi:nil="true"/>
    <Owner xmlns="833ce3ab-d172-455c-9989-f10facae9784">
      <UserInfo>
        <DisplayName/>
        <AccountId xsi:nil="true"/>
        <AccountType/>
      </UserInfo>
    </Owner>
    <Has_Teacher_Only_SectionGroup xmlns="833ce3ab-d172-455c-9989-f10facae9784" xsi:nil="true"/>
    <NotebookType xmlns="833ce3ab-d172-455c-9989-f10facae9784" xsi:nil="true"/>
    <Teachers xmlns="833ce3ab-d172-455c-9989-f10facae9784">
      <UserInfo>
        <DisplayName/>
        <AccountId xsi:nil="true"/>
        <AccountType/>
      </UserInfo>
    </Teachers>
    <Templates xmlns="833ce3ab-d172-455c-9989-f10facae9784" xsi:nil="true"/>
    <DefaultSectionNames xmlns="833ce3ab-d172-455c-9989-f10facae9784" xsi:nil="true"/>
    <CultureName xmlns="833ce3ab-d172-455c-9989-f10facae9784" xsi:nil="true"/>
    <Distribution_Groups xmlns="833ce3ab-d172-455c-9989-f10facae9784" xsi:nil="true"/>
    <Self_Registration_Enabled xmlns="833ce3ab-d172-455c-9989-f10facae9784" xsi:nil="true"/>
    <LMS_Mappings xmlns="833ce3ab-d172-455c-9989-f10facae9784" xsi:nil="true"/>
    <Invited_Teachers xmlns="833ce3ab-d172-455c-9989-f10facae9784" xsi:nil="true"/>
    <Invited_Students xmlns="833ce3ab-d172-455c-9989-f10facae9784" xsi:nil="true"/>
    <IsNotebookLocked xmlns="833ce3ab-d172-455c-9989-f10facae9784" xsi:nil="true"/>
  </documentManagement>
</p:properties>
</file>

<file path=customXml/itemProps1.xml><?xml version="1.0" encoding="utf-8"?>
<ds:datastoreItem xmlns:ds="http://schemas.openxmlformats.org/officeDocument/2006/customXml" ds:itemID="{2EDE3886-A981-4E1C-91EF-EBC9EDE0D1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936cbe9-feea-4685-b03c-7f8d09c550f1"/>
    <ds:schemaRef ds:uri="833ce3ab-d172-455c-9989-f10facae97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E93B4755-80B4-4FE9-9650-4C8006444834}">
  <ds:schemaRefs>
    <ds:schemaRef ds:uri="http://schemas.microsoft.com/sharepoint/v3/contenttype/forms"/>
  </ds:schemaRefs>
</ds:datastoreItem>
</file>

<file path=customXml/itemProps3.xml><?xml version="1.0" encoding="utf-8"?>
<ds:datastoreItem xmlns:ds="http://schemas.openxmlformats.org/officeDocument/2006/customXml" ds:itemID="{D6F79D9B-5A67-492D-BB4F-F3913BAD9421}">
  <ds:schemaRefs>
    <ds:schemaRef ds:uri="http://schemas.microsoft.com/office/infopath/2007/PartnerControls"/>
    <ds:schemaRef ds:uri="http://purl.org/dc/dcmitype/"/>
    <ds:schemaRef ds:uri="http://purl.org/dc/elements/1.1/"/>
    <ds:schemaRef ds:uri="http://schemas.microsoft.com/office/2006/metadata/properties"/>
    <ds:schemaRef ds:uri="http://www.w3.org/XML/1998/namespace"/>
    <ds:schemaRef ds:uri="http://schemas.microsoft.com/office/2006/documentManagement/types"/>
    <ds:schemaRef ds:uri="http://schemas.openxmlformats.org/package/2006/metadata/core-properties"/>
    <ds:schemaRef ds:uri="http://purl.org/dc/terms/"/>
    <ds:schemaRef ds:uri="833ce3ab-d172-455c-9989-f10facae9784"/>
    <ds:schemaRef ds:uri="3936cbe9-feea-4685-b03c-7f8d09c550f1"/>
  </ds:schemaRefs>
</ds:datastoreItem>
</file>

<file path=docProps/app.xml><?xml version="1.0" encoding="utf-8"?>
<Properties xmlns="http://schemas.openxmlformats.org/officeDocument/2006/extended-properties" xmlns:vt="http://schemas.openxmlformats.org/officeDocument/2006/docPropsVTypes">
  <TotalTime>674</TotalTime>
  <Words>1809</Words>
  <Application>Microsoft Office PowerPoint</Application>
  <PresentationFormat>Widescreen</PresentationFormat>
  <Paragraphs>276</Paragraphs>
  <Slides>31</Slides>
  <Notes>25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31</vt:i4>
      </vt:variant>
    </vt:vector>
  </HeadingPairs>
  <TitlesOfParts>
    <vt:vector size="39" baseType="lpstr">
      <vt:lpstr>Arial</vt:lpstr>
      <vt:lpstr>Calibri</vt:lpstr>
      <vt:lpstr>Century Gothic</vt:lpstr>
      <vt:lpstr>Consolas</vt:lpstr>
      <vt:lpstr>Lucida Console</vt:lpstr>
      <vt:lpstr>Open Sans</vt:lpstr>
      <vt:lpstr>Times New Roman</vt:lpstr>
      <vt:lpstr>Office Theme</vt:lpstr>
      <vt:lpstr>Intermediate programming Unit Tests</vt:lpstr>
      <vt:lpstr>In this session, you will learn about unit testing</vt:lpstr>
      <vt:lpstr>Testing as a Discipline</vt:lpstr>
      <vt:lpstr>Testing in Project Methodology</vt:lpstr>
      <vt:lpstr>Types of Testing</vt:lpstr>
      <vt:lpstr>What is unit testing?</vt:lpstr>
      <vt:lpstr>Video: Socratica on Python unit testing</vt:lpstr>
      <vt:lpstr>Python unit testing</vt:lpstr>
      <vt:lpstr>Test fixture</vt:lpstr>
      <vt:lpstr>Test case</vt:lpstr>
      <vt:lpstr>Test suite</vt:lpstr>
      <vt:lpstr>Test runner</vt:lpstr>
      <vt:lpstr>Project structure</vt:lpstr>
      <vt:lpstr>Running unit tests</vt:lpstr>
      <vt:lpstr>Structure of unit tests</vt:lpstr>
      <vt:lpstr>Set Up and Tear Down</vt:lpstr>
      <vt:lpstr>Structure of unit tests</vt:lpstr>
      <vt:lpstr>Assertions</vt:lpstr>
      <vt:lpstr>Assertions</vt:lpstr>
      <vt:lpstr>Common assertions</vt:lpstr>
      <vt:lpstr>Common assertions</vt:lpstr>
      <vt:lpstr>Break</vt:lpstr>
      <vt:lpstr>Activity 1 – In class</vt:lpstr>
      <vt:lpstr>Activity 2 – In class</vt:lpstr>
      <vt:lpstr>Activity 3 – Test Driven Development</vt:lpstr>
      <vt:lpstr>Activity 3 – TDD in practice</vt:lpstr>
      <vt:lpstr>Arranging our Test with unittest.mock </vt:lpstr>
      <vt:lpstr>Extending our Mock objects with patch</vt:lpstr>
      <vt:lpstr>Patch objects</vt:lpstr>
      <vt:lpstr>unittest vs pytest</vt:lpstr>
      <vt:lpstr>pytest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Python: Unit testing</dc:title>
  <dc:creator>Sander Huijsen</dc:creator>
  <cp:lastModifiedBy>John Robertson</cp:lastModifiedBy>
  <cp:revision>12</cp:revision>
  <dcterms:created xsi:type="dcterms:W3CDTF">2020-08-11T07:26:15Z</dcterms:created>
  <dcterms:modified xsi:type="dcterms:W3CDTF">2026-02-25T05:26:55Z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f3ac7e5b-5da2-46c7-8677-8a6b50f7d886_Enabled">
    <vt:lpwstr>true</vt:lpwstr>
  </property>
  <property fmtid="{D5CDD505-2E9C-101B-9397-08002B2CF9AE}" pid="3" name="MSIP_Label_f3ac7e5b-5da2-46c7-8677-8a6b50f7d886_SetDate">
    <vt:lpwstr>2024-08-01T04:47:13Z</vt:lpwstr>
  </property>
  <property fmtid="{D5CDD505-2E9C-101B-9397-08002B2CF9AE}" pid="4" name="MSIP_Label_f3ac7e5b-5da2-46c7-8677-8a6b50f7d886_Method">
    <vt:lpwstr>Standard</vt:lpwstr>
  </property>
  <property fmtid="{D5CDD505-2E9C-101B-9397-08002B2CF9AE}" pid="5" name="MSIP_Label_f3ac7e5b-5da2-46c7-8677-8a6b50f7d886_Name">
    <vt:lpwstr>Official</vt:lpwstr>
  </property>
  <property fmtid="{D5CDD505-2E9C-101B-9397-08002B2CF9AE}" pid="6" name="MSIP_Label_f3ac7e5b-5da2-46c7-8677-8a6b50f7d886_SiteId">
    <vt:lpwstr>218881e8-07ad-4142-87d7-f6b90d17009b</vt:lpwstr>
  </property>
  <property fmtid="{D5CDD505-2E9C-101B-9397-08002B2CF9AE}" pid="7" name="MSIP_Label_f3ac7e5b-5da2-46c7-8677-8a6b50f7d886_ActionId">
    <vt:lpwstr>89c60b31-1c64-4682-9cf5-b94d3ce54b11</vt:lpwstr>
  </property>
  <property fmtid="{D5CDD505-2E9C-101B-9397-08002B2CF9AE}" pid="8" name="MSIP_Label_f3ac7e5b-5da2-46c7-8677-8a6b50f7d886_ContentBits">
    <vt:lpwstr>1</vt:lpwstr>
  </property>
  <property fmtid="{D5CDD505-2E9C-101B-9397-08002B2CF9AE}" pid="9" name="ClassificationContentMarkingHeaderLocations">
    <vt:lpwstr>Office Theme:7</vt:lpwstr>
  </property>
  <property fmtid="{D5CDD505-2E9C-101B-9397-08002B2CF9AE}" pid="10" name="ClassificationContentMarkingHeaderText">
    <vt:lpwstr>OFFICIAL</vt:lpwstr>
  </property>
</Properties>
</file>